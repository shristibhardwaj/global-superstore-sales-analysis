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4" r:id="rId8"/>
    <p:sldId id="258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1565"/>
    <a:srgbClr val="FADCF6"/>
    <a:srgbClr val="F7BEF0"/>
    <a:srgbClr val="E835D0"/>
    <a:srgbClr val="DE4E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25D5C-030B-4C48-867A-162E6B169AEF}" v="225" dt="2026-07-15T10:31:12.380"/>
    <p1510:client id="{72F49DD6-8C95-4FD7-8AC7-9BD0D1FA49FE}" v="22" dt="2026-07-14T17:26:57.497"/>
    <p1510:client id="{93A2C2D8-38D8-49BF-B352-A37E2D7F24EA}" v="2264" dt="2026-07-13T12:41:14.1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00944D-747D-4563-9DF5-C541D1554F3A}" type="doc">
      <dgm:prSet loTypeId="urn:microsoft.com/office/officeart/2005/8/layout/process3" loCatId="process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50BA1ED3-F33E-4DEC-8758-A0DF526AAFB4}">
      <dgm:prSet phldrT="[Text]" phldr="0" custT="1"/>
      <dgm:spPr/>
      <dgm:t>
        <a:bodyPr/>
        <a:lstStyle/>
        <a:p>
          <a:pPr rtl="0"/>
          <a:r>
            <a:rPr lang="en-US" sz="2000" b="1">
              <a:latin typeface="Times New Roman"/>
              <a:cs typeface="Times New Roman"/>
            </a:rPr>
            <a:t>RAW DATA</a:t>
          </a:r>
        </a:p>
      </dgm:t>
    </dgm:pt>
    <dgm:pt modelId="{C493160B-E012-43D2-95B6-23A125EBBAB1}" type="parTrans" cxnId="{EBE18BD9-5B1A-4AA9-90A7-C46B728D7C3E}">
      <dgm:prSet/>
      <dgm:spPr/>
      <dgm:t>
        <a:bodyPr/>
        <a:lstStyle/>
        <a:p>
          <a:endParaRPr lang="en-US"/>
        </a:p>
      </dgm:t>
    </dgm:pt>
    <dgm:pt modelId="{1D7E7609-3EDE-40CD-AEF9-857BFAFF54F8}" type="sibTrans" cxnId="{EBE18BD9-5B1A-4AA9-90A7-C46B728D7C3E}">
      <dgm:prSet/>
      <dgm:spPr/>
      <dgm:t>
        <a:bodyPr/>
        <a:lstStyle/>
        <a:p>
          <a:endParaRPr lang="en-US"/>
        </a:p>
      </dgm:t>
    </dgm:pt>
    <dgm:pt modelId="{D9E55973-F4FC-429C-83BE-7D3DD214FC48}">
      <dgm:prSet phldrT="[Text]" phldr="0" custT="1"/>
      <dgm:spPr/>
      <dgm:t>
        <a:bodyPr/>
        <a:lstStyle/>
        <a:p>
          <a:r>
            <a:rPr lang="en-US" sz="2000" b="1">
              <a:latin typeface="Times New Roman"/>
              <a:cs typeface="Times New Roman"/>
            </a:rPr>
            <a:t>PYTHON</a:t>
          </a:r>
        </a:p>
      </dgm:t>
    </dgm:pt>
    <dgm:pt modelId="{81B7C380-E2C0-4965-B28E-3D068A9A5625}" type="parTrans" cxnId="{CA60F838-291C-4FED-8DD1-5F3546E4309B}">
      <dgm:prSet/>
      <dgm:spPr/>
      <dgm:t>
        <a:bodyPr/>
        <a:lstStyle/>
        <a:p>
          <a:endParaRPr lang="en-US"/>
        </a:p>
      </dgm:t>
    </dgm:pt>
    <dgm:pt modelId="{82BE83A4-E0B1-419E-9D98-809A95EA33E1}" type="sibTrans" cxnId="{CA60F838-291C-4FED-8DD1-5F3546E4309B}">
      <dgm:prSet/>
      <dgm:spPr/>
      <dgm:t>
        <a:bodyPr/>
        <a:lstStyle/>
        <a:p>
          <a:endParaRPr lang="en-US"/>
        </a:p>
      </dgm:t>
    </dgm:pt>
    <dgm:pt modelId="{09F736F3-BC21-4FCA-AAF1-CFC2A5952008}">
      <dgm:prSet phldrT="[Text]" phldr="0"/>
      <dgm:spPr/>
      <dgm:t>
        <a:bodyPr/>
        <a:lstStyle/>
        <a:p>
          <a:pPr rtl="0"/>
          <a:r>
            <a:rPr lang="en-US" b="1">
              <a:latin typeface="Times New Roman"/>
              <a:cs typeface="Times New Roman"/>
            </a:rPr>
            <a:t>DATA CLEANING</a:t>
          </a:r>
          <a:endParaRPr lang="en-US" b="1" dirty="0">
            <a:latin typeface="Times New Roman"/>
            <a:cs typeface="Times New Roman"/>
          </a:endParaRPr>
        </a:p>
      </dgm:t>
    </dgm:pt>
    <dgm:pt modelId="{A2E6477D-B078-45DF-8B5F-70CC871A6254}" type="parTrans" cxnId="{96CA1392-AF30-436A-BE7D-10B731B1DA51}">
      <dgm:prSet/>
      <dgm:spPr/>
      <dgm:t>
        <a:bodyPr/>
        <a:lstStyle/>
        <a:p>
          <a:endParaRPr lang="en-US"/>
        </a:p>
      </dgm:t>
    </dgm:pt>
    <dgm:pt modelId="{94BE6F18-1BA0-4F8B-BC1F-77882310C252}" type="sibTrans" cxnId="{96CA1392-AF30-436A-BE7D-10B731B1DA51}">
      <dgm:prSet/>
      <dgm:spPr/>
      <dgm:t>
        <a:bodyPr/>
        <a:lstStyle/>
        <a:p>
          <a:endParaRPr lang="en-US"/>
        </a:p>
      </dgm:t>
    </dgm:pt>
    <dgm:pt modelId="{B15DB36E-A600-4F13-B013-C60833B8191E}">
      <dgm:prSet phldrT="[Text]" phldr="0"/>
      <dgm:spPr/>
      <dgm:t>
        <a:bodyPr/>
        <a:lstStyle/>
        <a:p>
          <a:pPr rtl="0"/>
          <a:r>
            <a:rPr lang="en-US" b="1" dirty="0">
              <a:latin typeface="Times New Roman"/>
              <a:cs typeface="Times New Roman"/>
            </a:rPr>
            <a:t>FEATURE ENGINEERING</a:t>
          </a:r>
        </a:p>
      </dgm:t>
    </dgm:pt>
    <dgm:pt modelId="{D077D57B-CEAE-4EC6-967D-C57C517776A0}" type="parTrans" cxnId="{1427A625-F679-4158-92B8-FE2BA6EA6EAB}">
      <dgm:prSet/>
      <dgm:spPr/>
      <dgm:t>
        <a:bodyPr/>
        <a:lstStyle/>
        <a:p>
          <a:endParaRPr lang="en-US"/>
        </a:p>
      </dgm:t>
    </dgm:pt>
    <dgm:pt modelId="{5CCB2C21-6B76-40DC-858E-5D2D988732BF}" type="sibTrans" cxnId="{1427A625-F679-4158-92B8-FE2BA6EA6EAB}">
      <dgm:prSet/>
      <dgm:spPr/>
      <dgm:t>
        <a:bodyPr/>
        <a:lstStyle/>
        <a:p>
          <a:endParaRPr lang="en-US"/>
        </a:p>
      </dgm:t>
    </dgm:pt>
    <dgm:pt modelId="{CF45DA3A-8FE8-441E-8BC4-6B785404119D}">
      <dgm:prSet phldrT="[Text]" phldr="0"/>
      <dgm:spPr/>
      <dgm:t>
        <a:bodyPr/>
        <a:lstStyle/>
        <a:p>
          <a:pPr rtl="0"/>
          <a:r>
            <a:rPr lang="en-US" b="1" dirty="0">
              <a:latin typeface="Times New Roman"/>
              <a:cs typeface="Times New Roman"/>
            </a:rPr>
            <a:t>REMOVING DUPLICATES</a:t>
          </a:r>
        </a:p>
      </dgm:t>
    </dgm:pt>
    <dgm:pt modelId="{9B60F493-63F1-4DE2-A766-4EEFCA139E67}" type="parTrans" cxnId="{C14C50C8-DBDB-4135-B6E9-9D74A38C4316}">
      <dgm:prSet/>
      <dgm:spPr/>
      <dgm:t>
        <a:bodyPr/>
        <a:lstStyle/>
        <a:p>
          <a:endParaRPr lang="en-US"/>
        </a:p>
      </dgm:t>
    </dgm:pt>
    <dgm:pt modelId="{F96DE490-D7E0-465D-9549-816F9CF0D253}" type="sibTrans" cxnId="{C14C50C8-DBDB-4135-B6E9-9D74A38C4316}">
      <dgm:prSet/>
      <dgm:spPr/>
      <dgm:t>
        <a:bodyPr/>
        <a:lstStyle/>
        <a:p>
          <a:endParaRPr lang="en-US"/>
        </a:p>
      </dgm:t>
    </dgm:pt>
    <dgm:pt modelId="{A406B782-F61E-40CA-9B23-6D9D93253926}">
      <dgm:prSet phldrT="[Text]" phldr="0" custT="1"/>
      <dgm:spPr/>
      <dgm:t>
        <a:bodyPr/>
        <a:lstStyle/>
        <a:p>
          <a:pPr rtl="0"/>
          <a:r>
            <a:rPr lang="en-US" sz="2000" b="1">
              <a:latin typeface="Times New Roman"/>
              <a:cs typeface="Times New Roman"/>
            </a:rPr>
            <a:t>MYSQL</a:t>
          </a:r>
          <a:endParaRPr lang="en-US" sz="2000" b="1" dirty="0">
            <a:latin typeface="Times New Roman"/>
            <a:cs typeface="Times New Roman"/>
          </a:endParaRPr>
        </a:p>
      </dgm:t>
    </dgm:pt>
    <dgm:pt modelId="{98A85627-B7F1-487A-9628-0556CF86F295}" type="parTrans" cxnId="{9E0265DC-6D32-49D0-8FCC-6AD822B2E52F}">
      <dgm:prSet/>
      <dgm:spPr/>
    </dgm:pt>
    <dgm:pt modelId="{D05933F8-B91A-4971-B904-059D2C01601E}" type="sibTrans" cxnId="{9E0265DC-6D32-49D0-8FCC-6AD822B2E52F}">
      <dgm:prSet/>
      <dgm:spPr/>
      <dgm:t>
        <a:bodyPr/>
        <a:lstStyle/>
        <a:p>
          <a:endParaRPr lang="en-US"/>
        </a:p>
      </dgm:t>
    </dgm:pt>
    <dgm:pt modelId="{33D2B5DB-69DE-44C9-95EA-AAD88CC52AEA}">
      <dgm:prSet phldrT="[Text]" phldr="0"/>
      <dgm:spPr/>
      <dgm:t>
        <a:bodyPr/>
        <a:lstStyle/>
        <a:p>
          <a:pPr rtl="0"/>
          <a:r>
            <a:rPr lang="en-US" b="1">
              <a:latin typeface="Times New Roman"/>
              <a:cs typeface="Times New Roman"/>
            </a:rPr>
            <a:t>SQL QUERIES</a:t>
          </a:r>
          <a:endParaRPr lang="en-US" b="1" dirty="0">
            <a:latin typeface="Times New Roman"/>
            <a:cs typeface="Times New Roman"/>
          </a:endParaRPr>
        </a:p>
      </dgm:t>
    </dgm:pt>
    <dgm:pt modelId="{A44F685C-97EF-4061-ACEE-5A44F232C886}" type="parTrans" cxnId="{A13DAE89-4F66-4B79-BC03-5675DED69CA1}">
      <dgm:prSet/>
      <dgm:spPr/>
    </dgm:pt>
    <dgm:pt modelId="{18F7FE63-7047-4F40-9920-58EC2B849326}" type="sibTrans" cxnId="{A13DAE89-4F66-4B79-BC03-5675DED69CA1}">
      <dgm:prSet/>
      <dgm:spPr/>
    </dgm:pt>
    <dgm:pt modelId="{E07AA387-6168-44D9-8862-07D77B001920}">
      <dgm:prSet phldrT="[Text]" phldr="0" custT="1"/>
      <dgm:spPr/>
      <dgm:t>
        <a:bodyPr/>
        <a:lstStyle/>
        <a:p>
          <a:pPr rtl="0"/>
          <a:r>
            <a:rPr lang="en-US" sz="2000" b="1" dirty="0">
              <a:latin typeface="Times New Roman"/>
              <a:cs typeface="Times New Roman"/>
            </a:rPr>
            <a:t>POWER BI</a:t>
          </a:r>
        </a:p>
      </dgm:t>
    </dgm:pt>
    <dgm:pt modelId="{259BF39E-CF5D-4ADA-A545-E4A7CF685EB8}" type="parTrans" cxnId="{7D2F9050-B6EC-434C-A66D-AA7F4F88809E}">
      <dgm:prSet/>
      <dgm:spPr/>
    </dgm:pt>
    <dgm:pt modelId="{1B8E8CB8-4A06-4C75-9EE4-104235E5AB36}" type="sibTrans" cxnId="{7D2F9050-B6EC-434C-A66D-AA7F4F88809E}">
      <dgm:prSet/>
      <dgm:spPr/>
      <dgm:t>
        <a:bodyPr/>
        <a:lstStyle/>
        <a:p>
          <a:endParaRPr lang="en-US"/>
        </a:p>
      </dgm:t>
    </dgm:pt>
    <dgm:pt modelId="{8F542EC5-22C3-4EA7-A7CB-FC9DF4EEA2D0}">
      <dgm:prSet phldrT="[Text]" phldr="0"/>
      <dgm:spPr/>
      <dgm:t>
        <a:bodyPr/>
        <a:lstStyle/>
        <a:p>
          <a:pPr rtl="0"/>
          <a:r>
            <a:rPr lang="en-US" sz="1800" b="1" dirty="0">
              <a:latin typeface="Times New Roman"/>
              <a:cs typeface="Times New Roman"/>
            </a:rPr>
            <a:t>DASHBOARD </a:t>
          </a:r>
        </a:p>
      </dgm:t>
    </dgm:pt>
    <dgm:pt modelId="{4B9D6B1D-E33E-4FA2-9110-DC6F839E052A}" type="parTrans" cxnId="{B7D37D95-FFC9-47EF-984B-E09BE713B50C}">
      <dgm:prSet/>
      <dgm:spPr/>
    </dgm:pt>
    <dgm:pt modelId="{DE498F6A-6C37-44CA-8784-6660FB3D79CD}" type="sibTrans" cxnId="{B7D37D95-FFC9-47EF-984B-E09BE713B50C}">
      <dgm:prSet/>
      <dgm:spPr/>
    </dgm:pt>
    <dgm:pt modelId="{9B211A54-67F4-4823-9C79-B69A63CD8FF6}">
      <dgm:prSet phldrT="[Text]" phldr="0"/>
      <dgm:spPr/>
      <dgm:t>
        <a:bodyPr/>
        <a:lstStyle/>
        <a:p>
          <a:pPr rtl="0"/>
          <a:r>
            <a:rPr lang="en-US" sz="1400" b="1" dirty="0">
              <a:latin typeface="Times New Roman"/>
              <a:cs typeface="Times New Roman"/>
            </a:rPr>
            <a:t>UNCLEANED DATA</a:t>
          </a:r>
        </a:p>
      </dgm:t>
    </dgm:pt>
    <dgm:pt modelId="{9C1BC245-371A-4680-9D1D-2255C8AB36E5}" type="parTrans" cxnId="{394E8E29-9C4D-47BD-BFD5-15D6E8ED26D3}">
      <dgm:prSet/>
      <dgm:spPr/>
    </dgm:pt>
    <dgm:pt modelId="{EBB003B9-8DB8-4045-991B-23FA9024540D}" type="sibTrans" cxnId="{394E8E29-9C4D-47BD-BFD5-15D6E8ED26D3}">
      <dgm:prSet/>
      <dgm:spPr/>
      <dgm:t>
        <a:bodyPr/>
        <a:lstStyle/>
        <a:p>
          <a:endParaRPr lang="en-US"/>
        </a:p>
      </dgm:t>
    </dgm:pt>
    <dgm:pt modelId="{5002DFAE-971E-418D-8018-C4B293F60187}">
      <dgm:prSet phldrT="[Text]" phldr="0"/>
      <dgm:spPr/>
      <dgm:t>
        <a:bodyPr/>
        <a:lstStyle/>
        <a:p>
          <a:pPr rtl="0"/>
          <a:r>
            <a:rPr lang="en-US" sz="1800" b="1" dirty="0">
              <a:latin typeface="Times New Roman"/>
              <a:cs typeface="Times New Roman"/>
            </a:rPr>
            <a:t>BUSSINESS INSIGHTS</a:t>
          </a:r>
        </a:p>
      </dgm:t>
    </dgm:pt>
    <dgm:pt modelId="{7BB53687-34AA-4D00-8126-459CD6E6DC1C}" type="parTrans" cxnId="{5E2C0C98-6AD0-41D3-820B-7971D3CCEBDA}">
      <dgm:prSet/>
      <dgm:spPr/>
    </dgm:pt>
    <dgm:pt modelId="{326935AB-EA2D-4585-A1A9-828EC9CD7087}" type="sibTrans" cxnId="{5E2C0C98-6AD0-41D3-820B-7971D3CCEBDA}">
      <dgm:prSet/>
      <dgm:spPr/>
    </dgm:pt>
    <dgm:pt modelId="{E1B4EFA8-B23D-4944-9048-5D23D8FDC988}">
      <dgm:prSet phldrT="[Text]" phldr="0"/>
      <dgm:spPr/>
      <dgm:t>
        <a:bodyPr/>
        <a:lstStyle/>
        <a:p>
          <a:pPr rtl="0"/>
          <a:r>
            <a:rPr lang="en-US" sz="1800" b="1" dirty="0">
              <a:latin typeface="Times New Roman"/>
              <a:cs typeface="Times New Roman"/>
            </a:rPr>
            <a:t>KPI'S AND VISUALS</a:t>
          </a:r>
        </a:p>
      </dgm:t>
    </dgm:pt>
    <dgm:pt modelId="{630AE952-0EB1-4088-90D0-E5CFA1D0E759}" type="parTrans" cxnId="{C6BD2526-50E1-4B8C-80A5-E4ECD0E0DFEF}">
      <dgm:prSet/>
      <dgm:spPr/>
    </dgm:pt>
    <dgm:pt modelId="{9EAE4F3C-E9CA-4BF2-909F-CD16F6FD7504}" type="sibTrans" cxnId="{C6BD2526-50E1-4B8C-80A5-E4ECD0E0DFEF}">
      <dgm:prSet/>
      <dgm:spPr/>
    </dgm:pt>
    <dgm:pt modelId="{E9AA9B71-6297-4ABD-9851-8450762BD31A}" type="pres">
      <dgm:prSet presAssocID="{C000944D-747D-4563-9DF5-C541D1554F3A}" presName="linearFlow" presStyleCnt="0">
        <dgm:presLayoutVars>
          <dgm:dir/>
          <dgm:animLvl val="lvl"/>
          <dgm:resizeHandles val="exact"/>
        </dgm:presLayoutVars>
      </dgm:prSet>
      <dgm:spPr/>
    </dgm:pt>
    <dgm:pt modelId="{53D1EF44-743D-4151-A46C-25E8B4FA1534}" type="pres">
      <dgm:prSet presAssocID="{50BA1ED3-F33E-4DEC-8758-A0DF526AAFB4}" presName="composite" presStyleCnt="0"/>
      <dgm:spPr/>
    </dgm:pt>
    <dgm:pt modelId="{1B1ACC9A-C43F-47D9-AA37-2A7954743974}" type="pres">
      <dgm:prSet presAssocID="{50BA1ED3-F33E-4DEC-8758-A0DF526AAFB4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94C4DB1-5817-475B-9111-872D38E6F2D8}" type="pres">
      <dgm:prSet presAssocID="{50BA1ED3-F33E-4DEC-8758-A0DF526AAFB4}" presName="parSh" presStyleLbl="node1" presStyleIdx="0" presStyleCnt="4"/>
      <dgm:spPr/>
    </dgm:pt>
    <dgm:pt modelId="{E1205E74-3CBC-48BA-AF64-6B25C8E625A1}" type="pres">
      <dgm:prSet presAssocID="{50BA1ED3-F33E-4DEC-8758-A0DF526AAFB4}" presName="desTx" presStyleLbl="fgAcc1" presStyleIdx="0" presStyleCnt="4">
        <dgm:presLayoutVars>
          <dgm:bulletEnabled val="1"/>
        </dgm:presLayoutVars>
      </dgm:prSet>
      <dgm:spPr/>
    </dgm:pt>
    <dgm:pt modelId="{98A7C65E-F640-47D6-8CF6-C7FE52E2DBE0}" type="pres">
      <dgm:prSet presAssocID="{1D7E7609-3EDE-40CD-AEF9-857BFAFF54F8}" presName="sibTrans" presStyleLbl="sibTrans2D1" presStyleIdx="0" presStyleCnt="3"/>
      <dgm:spPr/>
    </dgm:pt>
    <dgm:pt modelId="{2066A2DF-5CB4-4171-BF03-79117721F4F9}" type="pres">
      <dgm:prSet presAssocID="{1D7E7609-3EDE-40CD-AEF9-857BFAFF54F8}" presName="connTx" presStyleLbl="sibTrans2D1" presStyleIdx="0" presStyleCnt="3"/>
      <dgm:spPr/>
    </dgm:pt>
    <dgm:pt modelId="{5239E6F0-2A87-4B16-B7DF-3B565CEA9E8E}" type="pres">
      <dgm:prSet presAssocID="{D9E55973-F4FC-429C-83BE-7D3DD214FC48}" presName="composite" presStyleCnt="0"/>
      <dgm:spPr/>
    </dgm:pt>
    <dgm:pt modelId="{DFC38C89-AD04-43CF-AFBC-3528122AD247}" type="pres">
      <dgm:prSet presAssocID="{D9E55973-F4FC-429C-83BE-7D3DD214FC48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5E230212-B0EB-4090-8DAF-A8DE1926BD31}" type="pres">
      <dgm:prSet presAssocID="{D9E55973-F4FC-429C-83BE-7D3DD214FC48}" presName="parSh" presStyleLbl="node1" presStyleIdx="1" presStyleCnt="4"/>
      <dgm:spPr/>
    </dgm:pt>
    <dgm:pt modelId="{2F64C8E8-AC56-4793-AFB7-FB583D370D46}" type="pres">
      <dgm:prSet presAssocID="{D9E55973-F4FC-429C-83BE-7D3DD214FC48}" presName="desTx" presStyleLbl="fgAcc1" presStyleIdx="1" presStyleCnt="4">
        <dgm:presLayoutVars>
          <dgm:bulletEnabled val="1"/>
        </dgm:presLayoutVars>
      </dgm:prSet>
      <dgm:spPr/>
    </dgm:pt>
    <dgm:pt modelId="{3AC59127-AF00-4515-B662-B95328547978}" type="pres">
      <dgm:prSet presAssocID="{82BE83A4-E0B1-419E-9D98-809A95EA33E1}" presName="sibTrans" presStyleLbl="sibTrans2D1" presStyleIdx="1" presStyleCnt="3"/>
      <dgm:spPr/>
    </dgm:pt>
    <dgm:pt modelId="{BFBAAD99-3C13-443D-AE27-3FE58A4CAB80}" type="pres">
      <dgm:prSet presAssocID="{82BE83A4-E0B1-419E-9D98-809A95EA33E1}" presName="connTx" presStyleLbl="sibTrans2D1" presStyleIdx="1" presStyleCnt="3"/>
      <dgm:spPr/>
    </dgm:pt>
    <dgm:pt modelId="{12393EE3-7DF0-405D-BFBE-667C759D2761}" type="pres">
      <dgm:prSet presAssocID="{A406B782-F61E-40CA-9B23-6D9D93253926}" presName="composite" presStyleCnt="0"/>
      <dgm:spPr/>
    </dgm:pt>
    <dgm:pt modelId="{ADCF2EF2-4799-4904-88A2-6339C1E8B96D}" type="pres">
      <dgm:prSet presAssocID="{A406B782-F61E-40CA-9B23-6D9D93253926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E6D22A7-D6AF-4612-BF9F-6C80C6B9F83A}" type="pres">
      <dgm:prSet presAssocID="{A406B782-F61E-40CA-9B23-6D9D93253926}" presName="parSh" presStyleLbl="node1" presStyleIdx="2" presStyleCnt="4"/>
      <dgm:spPr/>
    </dgm:pt>
    <dgm:pt modelId="{84493249-804F-4A7F-BC08-9E25EBE05ED7}" type="pres">
      <dgm:prSet presAssocID="{A406B782-F61E-40CA-9B23-6D9D93253926}" presName="desTx" presStyleLbl="fgAcc1" presStyleIdx="2" presStyleCnt="4">
        <dgm:presLayoutVars>
          <dgm:bulletEnabled val="1"/>
        </dgm:presLayoutVars>
      </dgm:prSet>
      <dgm:spPr/>
    </dgm:pt>
    <dgm:pt modelId="{D2377F62-E542-46EE-8312-C6DBD51C3149}" type="pres">
      <dgm:prSet presAssocID="{D05933F8-B91A-4971-B904-059D2C01601E}" presName="sibTrans" presStyleLbl="sibTrans2D1" presStyleIdx="2" presStyleCnt="3"/>
      <dgm:spPr/>
    </dgm:pt>
    <dgm:pt modelId="{F9652E34-AD21-475B-A765-0B0FAA76C7F1}" type="pres">
      <dgm:prSet presAssocID="{D05933F8-B91A-4971-B904-059D2C01601E}" presName="connTx" presStyleLbl="sibTrans2D1" presStyleIdx="2" presStyleCnt="3"/>
      <dgm:spPr/>
    </dgm:pt>
    <dgm:pt modelId="{D7F6E1A7-9404-41D9-9FF7-6D2DC1DE67BA}" type="pres">
      <dgm:prSet presAssocID="{E07AA387-6168-44D9-8862-07D77B001920}" presName="composite" presStyleCnt="0"/>
      <dgm:spPr/>
    </dgm:pt>
    <dgm:pt modelId="{247A14F0-480B-423D-8D00-397CD318512B}" type="pres">
      <dgm:prSet presAssocID="{E07AA387-6168-44D9-8862-07D77B001920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2ACD9B9-9BAB-4A6E-928A-3632F9DF4886}" type="pres">
      <dgm:prSet presAssocID="{E07AA387-6168-44D9-8862-07D77B001920}" presName="parSh" presStyleLbl="node1" presStyleIdx="3" presStyleCnt="4"/>
      <dgm:spPr/>
    </dgm:pt>
    <dgm:pt modelId="{B3B3F204-D019-48EA-AA6B-D72320F51849}" type="pres">
      <dgm:prSet presAssocID="{E07AA387-6168-44D9-8862-07D77B001920}" presName="desTx" presStyleLbl="fgAcc1" presStyleIdx="3" presStyleCnt="4">
        <dgm:presLayoutVars>
          <dgm:bulletEnabled val="1"/>
        </dgm:presLayoutVars>
      </dgm:prSet>
      <dgm:spPr/>
    </dgm:pt>
  </dgm:ptLst>
  <dgm:cxnLst>
    <dgm:cxn modelId="{0C16FD17-2E3D-4242-AC13-4F2CCD359306}" type="presOf" srcId="{E07AA387-6168-44D9-8862-07D77B001920}" destId="{247A14F0-480B-423D-8D00-397CD318512B}" srcOrd="0" destOrd="0" presId="urn:microsoft.com/office/officeart/2005/8/layout/process3"/>
    <dgm:cxn modelId="{1427A625-F679-4158-92B8-FE2BA6EA6EAB}" srcId="{D9E55973-F4FC-429C-83BE-7D3DD214FC48}" destId="{B15DB36E-A600-4F13-B013-C60833B8191E}" srcOrd="1" destOrd="0" parTransId="{D077D57B-CEAE-4EC6-967D-C57C517776A0}" sibTransId="{5CCB2C21-6B76-40DC-858E-5D2D988732BF}"/>
    <dgm:cxn modelId="{C6BD2526-50E1-4B8C-80A5-E4ECD0E0DFEF}" srcId="{E07AA387-6168-44D9-8862-07D77B001920}" destId="{E1B4EFA8-B23D-4944-9048-5D23D8FDC988}" srcOrd="1" destOrd="0" parTransId="{630AE952-0EB1-4088-90D0-E5CFA1D0E759}" sibTransId="{9EAE4F3C-E9CA-4BF2-909F-CD16F6FD7504}"/>
    <dgm:cxn modelId="{394E8E29-9C4D-47BD-BFD5-15D6E8ED26D3}" srcId="{50BA1ED3-F33E-4DEC-8758-A0DF526AAFB4}" destId="{9B211A54-67F4-4823-9C79-B69A63CD8FF6}" srcOrd="0" destOrd="0" parTransId="{9C1BC245-371A-4680-9D1D-2255C8AB36E5}" sibTransId="{EBB003B9-8DB8-4045-991B-23FA9024540D}"/>
    <dgm:cxn modelId="{8849682A-2414-4B2F-BFF1-AAB4BCA61D4C}" type="presOf" srcId="{50BA1ED3-F33E-4DEC-8758-A0DF526AAFB4}" destId="{1B1ACC9A-C43F-47D9-AA37-2A7954743974}" srcOrd="0" destOrd="0" presId="urn:microsoft.com/office/officeart/2005/8/layout/process3"/>
    <dgm:cxn modelId="{AE599A2B-5C31-434A-863A-A73BC8B67C8E}" type="presOf" srcId="{E1B4EFA8-B23D-4944-9048-5D23D8FDC988}" destId="{B3B3F204-D019-48EA-AA6B-D72320F51849}" srcOrd="0" destOrd="1" presId="urn:microsoft.com/office/officeart/2005/8/layout/process3"/>
    <dgm:cxn modelId="{62353330-5809-4555-B931-6FE3621D5E4E}" type="presOf" srcId="{CF45DA3A-8FE8-441E-8BC4-6B785404119D}" destId="{2F64C8E8-AC56-4793-AFB7-FB583D370D46}" srcOrd="0" destOrd="2" presId="urn:microsoft.com/office/officeart/2005/8/layout/process3"/>
    <dgm:cxn modelId="{CA60F838-291C-4FED-8DD1-5F3546E4309B}" srcId="{C000944D-747D-4563-9DF5-C541D1554F3A}" destId="{D9E55973-F4FC-429C-83BE-7D3DD214FC48}" srcOrd="1" destOrd="0" parTransId="{81B7C380-E2C0-4965-B28E-3D068A9A5625}" sibTransId="{82BE83A4-E0B1-419E-9D98-809A95EA33E1}"/>
    <dgm:cxn modelId="{043CB039-FE79-49EF-9918-5CFB077C54D4}" type="presOf" srcId="{D05933F8-B91A-4971-B904-059D2C01601E}" destId="{D2377F62-E542-46EE-8312-C6DBD51C3149}" srcOrd="0" destOrd="0" presId="urn:microsoft.com/office/officeart/2005/8/layout/process3"/>
    <dgm:cxn modelId="{7DBFBF41-B8B1-40A9-B517-10AFDCC312F4}" type="presOf" srcId="{5002DFAE-971E-418D-8018-C4B293F60187}" destId="{B3B3F204-D019-48EA-AA6B-D72320F51849}" srcOrd="0" destOrd="2" presId="urn:microsoft.com/office/officeart/2005/8/layout/process3"/>
    <dgm:cxn modelId="{415B7265-68D1-4A73-939D-7DEFA68BCB42}" type="presOf" srcId="{B15DB36E-A600-4F13-B013-C60833B8191E}" destId="{2F64C8E8-AC56-4793-AFB7-FB583D370D46}" srcOrd="0" destOrd="1" presId="urn:microsoft.com/office/officeart/2005/8/layout/process3"/>
    <dgm:cxn modelId="{5EDD9747-478B-4B18-9D61-6C8843E2A25C}" type="presOf" srcId="{D9E55973-F4FC-429C-83BE-7D3DD214FC48}" destId="{5E230212-B0EB-4090-8DAF-A8DE1926BD31}" srcOrd="1" destOrd="0" presId="urn:microsoft.com/office/officeart/2005/8/layout/process3"/>
    <dgm:cxn modelId="{EB4F7569-91A3-4D92-A1E8-1F6F4CC6EC52}" type="presOf" srcId="{8F542EC5-22C3-4EA7-A7CB-FC9DF4EEA2D0}" destId="{B3B3F204-D019-48EA-AA6B-D72320F51849}" srcOrd="0" destOrd="0" presId="urn:microsoft.com/office/officeart/2005/8/layout/process3"/>
    <dgm:cxn modelId="{D58B364A-E6F5-4AD5-9A99-8DB0F8E992A8}" type="presOf" srcId="{09F736F3-BC21-4FCA-AAF1-CFC2A5952008}" destId="{2F64C8E8-AC56-4793-AFB7-FB583D370D46}" srcOrd="0" destOrd="0" presId="urn:microsoft.com/office/officeart/2005/8/layout/process3"/>
    <dgm:cxn modelId="{7D2F9050-B6EC-434C-A66D-AA7F4F88809E}" srcId="{C000944D-747D-4563-9DF5-C541D1554F3A}" destId="{E07AA387-6168-44D9-8862-07D77B001920}" srcOrd="3" destOrd="0" parTransId="{259BF39E-CF5D-4ADA-A545-E4A7CF685EB8}" sibTransId="{1B8E8CB8-4A06-4C75-9EE4-104235E5AB36}"/>
    <dgm:cxn modelId="{2B093B76-94E2-4A69-BEDC-9C9306D234F6}" type="presOf" srcId="{82BE83A4-E0B1-419E-9D98-809A95EA33E1}" destId="{3AC59127-AF00-4515-B662-B95328547978}" srcOrd="0" destOrd="0" presId="urn:microsoft.com/office/officeart/2005/8/layout/process3"/>
    <dgm:cxn modelId="{7F0C9477-F077-4270-B8C5-4EB26E5D11B9}" type="presOf" srcId="{C000944D-747D-4563-9DF5-C541D1554F3A}" destId="{E9AA9B71-6297-4ABD-9851-8450762BD31A}" srcOrd="0" destOrd="0" presId="urn:microsoft.com/office/officeart/2005/8/layout/process3"/>
    <dgm:cxn modelId="{E4072B89-6C5A-4DC6-B54D-4B0D5CA7071B}" type="presOf" srcId="{D9E55973-F4FC-429C-83BE-7D3DD214FC48}" destId="{DFC38C89-AD04-43CF-AFBC-3528122AD247}" srcOrd="0" destOrd="0" presId="urn:microsoft.com/office/officeart/2005/8/layout/process3"/>
    <dgm:cxn modelId="{A13DAE89-4F66-4B79-BC03-5675DED69CA1}" srcId="{A406B782-F61E-40CA-9B23-6D9D93253926}" destId="{33D2B5DB-69DE-44C9-95EA-AAD88CC52AEA}" srcOrd="0" destOrd="0" parTransId="{A44F685C-97EF-4061-ACEE-5A44F232C886}" sibTransId="{18F7FE63-7047-4F40-9920-58EC2B849326}"/>
    <dgm:cxn modelId="{1826728E-01CE-441F-B4D1-D5365D4B99ED}" type="presOf" srcId="{82BE83A4-E0B1-419E-9D98-809A95EA33E1}" destId="{BFBAAD99-3C13-443D-AE27-3FE58A4CAB80}" srcOrd="1" destOrd="0" presId="urn:microsoft.com/office/officeart/2005/8/layout/process3"/>
    <dgm:cxn modelId="{84688591-9DCA-417A-943F-6165F5129AA1}" type="presOf" srcId="{A406B782-F61E-40CA-9B23-6D9D93253926}" destId="{5E6D22A7-D6AF-4612-BF9F-6C80C6B9F83A}" srcOrd="1" destOrd="0" presId="urn:microsoft.com/office/officeart/2005/8/layout/process3"/>
    <dgm:cxn modelId="{96CA1392-AF30-436A-BE7D-10B731B1DA51}" srcId="{D9E55973-F4FC-429C-83BE-7D3DD214FC48}" destId="{09F736F3-BC21-4FCA-AAF1-CFC2A5952008}" srcOrd="0" destOrd="0" parTransId="{A2E6477D-B078-45DF-8B5F-70CC871A6254}" sibTransId="{94BE6F18-1BA0-4F8B-BC1F-77882310C252}"/>
    <dgm:cxn modelId="{5E950094-1626-4A5F-83AB-1E0C244A22F0}" type="presOf" srcId="{33D2B5DB-69DE-44C9-95EA-AAD88CC52AEA}" destId="{84493249-804F-4A7F-BC08-9E25EBE05ED7}" srcOrd="0" destOrd="0" presId="urn:microsoft.com/office/officeart/2005/8/layout/process3"/>
    <dgm:cxn modelId="{B7D37D95-FFC9-47EF-984B-E09BE713B50C}" srcId="{E07AA387-6168-44D9-8862-07D77B001920}" destId="{8F542EC5-22C3-4EA7-A7CB-FC9DF4EEA2D0}" srcOrd="0" destOrd="0" parTransId="{4B9D6B1D-E33E-4FA2-9110-DC6F839E052A}" sibTransId="{DE498F6A-6C37-44CA-8784-6660FB3D79CD}"/>
    <dgm:cxn modelId="{5E2C0C98-6AD0-41D3-820B-7971D3CCEBDA}" srcId="{E07AA387-6168-44D9-8862-07D77B001920}" destId="{5002DFAE-971E-418D-8018-C4B293F60187}" srcOrd="2" destOrd="0" parTransId="{7BB53687-34AA-4D00-8126-459CD6E6DC1C}" sibTransId="{326935AB-EA2D-4585-A1A9-828EC9CD7087}"/>
    <dgm:cxn modelId="{AE5BF89B-DB79-4E10-B7DD-75A0FA72D3D2}" type="presOf" srcId="{E07AA387-6168-44D9-8862-07D77B001920}" destId="{22ACD9B9-9BAB-4A6E-928A-3632F9DF4886}" srcOrd="1" destOrd="0" presId="urn:microsoft.com/office/officeart/2005/8/layout/process3"/>
    <dgm:cxn modelId="{4E674CA9-56D9-457C-A98B-8C08F0B5CFA2}" type="presOf" srcId="{50BA1ED3-F33E-4DEC-8758-A0DF526AAFB4}" destId="{A94C4DB1-5817-475B-9111-872D38E6F2D8}" srcOrd="1" destOrd="0" presId="urn:microsoft.com/office/officeart/2005/8/layout/process3"/>
    <dgm:cxn modelId="{865CA9AF-B629-4B73-A943-AAF1C724426F}" type="presOf" srcId="{1D7E7609-3EDE-40CD-AEF9-857BFAFF54F8}" destId="{98A7C65E-F640-47D6-8CF6-C7FE52E2DBE0}" srcOrd="0" destOrd="0" presId="urn:microsoft.com/office/officeart/2005/8/layout/process3"/>
    <dgm:cxn modelId="{5A5801B0-8CF4-4A39-8C73-FD97301A1A1D}" type="presOf" srcId="{D05933F8-B91A-4971-B904-059D2C01601E}" destId="{F9652E34-AD21-475B-A765-0B0FAA76C7F1}" srcOrd="1" destOrd="0" presId="urn:microsoft.com/office/officeart/2005/8/layout/process3"/>
    <dgm:cxn modelId="{C14C50C8-DBDB-4135-B6E9-9D74A38C4316}" srcId="{D9E55973-F4FC-429C-83BE-7D3DD214FC48}" destId="{CF45DA3A-8FE8-441E-8BC4-6B785404119D}" srcOrd="2" destOrd="0" parTransId="{9B60F493-63F1-4DE2-A766-4EEFCA139E67}" sibTransId="{F96DE490-D7E0-465D-9549-816F9CF0D253}"/>
    <dgm:cxn modelId="{EBE18BD9-5B1A-4AA9-90A7-C46B728D7C3E}" srcId="{C000944D-747D-4563-9DF5-C541D1554F3A}" destId="{50BA1ED3-F33E-4DEC-8758-A0DF526AAFB4}" srcOrd="0" destOrd="0" parTransId="{C493160B-E012-43D2-95B6-23A125EBBAB1}" sibTransId="{1D7E7609-3EDE-40CD-AEF9-857BFAFF54F8}"/>
    <dgm:cxn modelId="{9E0265DC-6D32-49D0-8FCC-6AD822B2E52F}" srcId="{C000944D-747D-4563-9DF5-C541D1554F3A}" destId="{A406B782-F61E-40CA-9B23-6D9D93253926}" srcOrd="2" destOrd="0" parTransId="{98A85627-B7F1-487A-9628-0556CF86F295}" sibTransId="{D05933F8-B91A-4971-B904-059D2C01601E}"/>
    <dgm:cxn modelId="{CDF84DE5-5DDF-4B02-B41D-40EEF04DF44D}" type="presOf" srcId="{9B211A54-67F4-4823-9C79-B69A63CD8FF6}" destId="{E1205E74-3CBC-48BA-AF64-6B25C8E625A1}" srcOrd="0" destOrd="0" presId="urn:microsoft.com/office/officeart/2005/8/layout/process3"/>
    <dgm:cxn modelId="{0B9582E8-F0DA-4507-B1BB-EB1165E2C2C8}" type="presOf" srcId="{1D7E7609-3EDE-40CD-AEF9-857BFAFF54F8}" destId="{2066A2DF-5CB4-4171-BF03-79117721F4F9}" srcOrd="1" destOrd="0" presId="urn:microsoft.com/office/officeart/2005/8/layout/process3"/>
    <dgm:cxn modelId="{A53914EC-22E0-4D0C-98B8-74F9DD1D0829}" type="presOf" srcId="{A406B782-F61E-40CA-9B23-6D9D93253926}" destId="{ADCF2EF2-4799-4904-88A2-6339C1E8B96D}" srcOrd="0" destOrd="0" presId="urn:microsoft.com/office/officeart/2005/8/layout/process3"/>
    <dgm:cxn modelId="{90BAE77E-7522-442D-BD03-3FE69EF9210F}" type="presParOf" srcId="{E9AA9B71-6297-4ABD-9851-8450762BD31A}" destId="{53D1EF44-743D-4151-A46C-25E8B4FA1534}" srcOrd="0" destOrd="0" presId="urn:microsoft.com/office/officeart/2005/8/layout/process3"/>
    <dgm:cxn modelId="{701DF5E9-5F0F-42EC-8CE2-BCEDC8FE9046}" type="presParOf" srcId="{53D1EF44-743D-4151-A46C-25E8B4FA1534}" destId="{1B1ACC9A-C43F-47D9-AA37-2A7954743974}" srcOrd="0" destOrd="0" presId="urn:microsoft.com/office/officeart/2005/8/layout/process3"/>
    <dgm:cxn modelId="{1E729562-DE76-4BFF-B1DF-C6823F666832}" type="presParOf" srcId="{53D1EF44-743D-4151-A46C-25E8B4FA1534}" destId="{A94C4DB1-5817-475B-9111-872D38E6F2D8}" srcOrd="1" destOrd="0" presId="urn:microsoft.com/office/officeart/2005/8/layout/process3"/>
    <dgm:cxn modelId="{12D2F16D-8F76-4FAF-8B2B-03B3A38D488F}" type="presParOf" srcId="{53D1EF44-743D-4151-A46C-25E8B4FA1534}" destId="{E1205E74-3CBC-48BA-AF64-6B25C8E625A1}" srcOrd="2" destOrd="0" presId="urn:microsoft.com/office/officeart/2005/8/layout/process3"/>
    <dgm:cxn modelId="{2113B0DC-45C9-423D-AAD5-DF89551D9860}" type="presParOf" srcId="{E9AA9B71-6297-4ABD-9851-8450762BD31A}" destId="{98A7C65E-F640-47D6-8CF6-C7FE52E2DBE0}" srcOrd="1" destOrd="0" presId="urn:microsoft.com/office/officeart/2005/8/layout/process3"/>
    <dgm:cxn modelId="{2ABA0BB2-1722-4842-8536-A3A04A9C9C5E}" type="presParOf" srcId="{98A7C65E-F640-47D6-8CF6-C7FE52E2DBE0}" destId="{2066A2DF-5CB4-4171-BF03-79117721F4F9}" srcOrd="0" destOrd="0" presId="urn:microsoft.com/office/officeart/2005/8/layout/process3"/>
    <dgm:cxn modelId="{4F77B7DD-F5F3-4F25-8E8E-88332FA447DC}" type="presParOf" srcId="{E9AA9B71-6297-4ABD-9851-8450762BD31A}" destId="{5239E6F0-2A87-4B16-B7DF-3B565CEA9E8E}" srcOrd="2" destOrd="0" presId="urn:microsoft.com/office/officeart/2005/8/layout/process3"/>
    <dgm:cxn modelId="{E031255B-6CDF-4C3B-BD07-F5F96890EFD9}" type="presParOf" srcId="{5239E6F0-2A87-4B16-B7DF-3B565CEA9E8E}" destId="{DFC38C89-AD04-43CF-AFBC-3528122AD247}" srcOrd="0" destOrd="0" presId="urn:microsoft.com/office/officeart/2005/8/layout/process3"/>
    <dgm:cxn modelId="{D7C7EF44-C277-49F6-93D4-BB47F8F4952B}" type="presParOf" srcId="{5239E6F0-2A87-4B16-B7DF-3B565CEA9E8E}" destId="{5E230212-B0EB-4090-8DAF-A8DE1926BD31}" srcOrd="1" destOrd="0" presId="urn:microsoft.com/office/officeart/2005/8/layout/process3"/>
    <dgm:cxn modelId="{F542B740-C277-4E5C-9EFE-CB1ED2E78E43}" type="presParOf" srcId="{5239E6F0-2A87-4B16-B7DF-3B565CEA9E8E}" destId="{2F64C8E8-AC56-4793-AFB7-FB583D370D46}" srcOrd="2" destOrd="0" presId="urn:microsoft.com/office/officeart/2005/8/layout/process3"/>
    <dgm:cxn modelId="{A49A4FD3-32FC-42C5-B78A-113AC96ED6EE}" type="presParOf" srcId="{E9AA9B71-6297-4ABD-9851-8450762BD31A}" destId="{3AC59127-AF00-4515-B662-B95328547978}" srcOrd="3" destOrd="0" presId="urn:microsoft.com/office/officeart/2005/8/layout/process3"/>
    <dgm:cxn modelId="{CD17A848-DB7C-417A-94CC-35BD58C96ADE}" type="presParOf" srcId="{3AC59127-AF00-4515-B662-B95328547978}" destId="{BFBAAD99-3C13-443D-AE27-3FE58A4CAB80}" srcOrd="0" destOrd="0" presId="urn:microsoft.com/office/officeart/2005/8/layout/process3"/>
    <dgm:cxn modelId="{952EBD33-5ABC-4B6F-850B-DBD879DDC186}" type="presParOf" srcId="{E9AA9B71-6297-4ABD-9851-8450762BD31A}" destId="{12393EE3-7DF0-405D-BFBE-667C759D2761}" srcOrd="4" destOrd="0" presId="urn:microsoft.com/office/officeart/2005/8/layout/process3"/>
    <dgm:cxn modelId="{3B8C2CBF-E4FA-42A0-87B3-87C5EC122C97}" type="presParOf" srcId="{12393EE3-7DF0-405D-BFBE-667C759D2761}" destId="{ADCF2EF2-4799-4904-88A2-6339C1E8B96D}" srcOrd="0" destOrd="0" presId="urn:microsoft.com/office/officeart/2005/8/layout/process3"/>
    <dgm:cxn modelId="{3AFDF624-1683-47D8-8F3A-275BCDA931C9}" type="presParOf" srcId="{12393EE3-7DF0-405D-BFBE-667C759D2761}" destId="{5E6D22A7-D6AF-4612-BF9F-6C80C6B9F83A}" srcOrd="1" destOrd="0" presId="urn:microsoft.com/office/officeart/2005/8/layout/process3"/>
    <dgm:cxn modelId="{6213B5E4-7924-4DB4-9AAA-21D31DCB5F38}" type="presParOf" srcId="{12393EE3-7DF0-405D-BFBE-667C759D2761}" destId="{84493249-804F-4A7F-BC08-9E25EBE05ED7}" srcOrd="2" destOrd="0" presId="urn:microsoft.com/office/officeart/2005/8/layout/process3"/>
    <dgm:cxn modelId="{F319F3F2-2758-4446-94B6-31DAFD4872B2}" type="presParOf" srcId="{E9AA9B71-6297-4ABD-9851-8450762BD31A}" destId="{D2377F62-E542-46EE-8312-C6DBD51C3149}" srcOrd="5" destOrd="0" presId="urn:microsoft.com/office/officeart/2005/8/layout/process3"/>
    <dgm:cxn modelId="{9829BDD2-34CA-4220-AF75-EF96DEEAAFFB}" type="presParOf" srcId="{D2377F62-E542-46EE-8312-C6DBD51C3149}" destId="{F9652E34-AD21-475B-A765-0B0FAA76C7F1}" srcOrd="0" destOrd="0" presId="urn:microsoft.com/office/officeart/2005/8/layout/process3"/>
    <dgm:cxn modelId="{0E34629B-A449-4C6A-B83B-101789BB45CD}" type="presParOf" srcId="{E9AA9B71-6297-4ABD-9851-8450762BD31A}" destId="{D7F6E1A7-9404-41D9-9FF7-6D2DC1DE67BA}" srcOrd="6" destOrd="0" presId="urn:microsoft.com/office/officeart/2005/8/layout/process3"/>
    <dgm:cxn modelId="{A97DB32E-3952-4E37-9A2E-780FD0880FEF}" type="presParOf" srcId="{D7F6E1A7-9404-41D9-9FF7-6D2DC1DE67BA}" destId="{247A14F0-480B-423D-8D00-397CD318512B}" srcOrd="0" destOrd="0" presId="urn:microsoft.com/office/officeart/2005/8/layout/process3"/>
    <dgm:cxn modelId="{669EF8E1-6153-488F-BFC4-A70BEB09E540}" type="presParOf" srcId="{D7F6E1A7-9404-41D9-9FF7-6D2DC1DE67BA}" destId="{22ACD9B9-9BAB-4A6E-928A-3632F9DF4886}" srcOrd="1" destOrd="0" presId="urn:microsoft.com/office/officeart/2005/8/layout/process3"/>
    <dgm:cxn modelId="{9D295340-7650-4518-A182-D095B01AE311}" type="presParOf" srcId="{D7F6E1A7-9404-41D9-9FF7-6D2DC1DE67BA}" destId="{B3B3F204-D019-48EA-AA6B-D72320F5184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51DC14-A66C-4246-BC90-95DE963088C1}" type="doc">
      <dgm:prSet loTypeId="urn:microsoft.com/office/officeart/2005/8/layout/process2" loCatId="process" qsTypeId="urn:microsoft.com/office/officeart/2005/8/quickstyle/simple1" qsCatId="simple" csTypeId="urn:microsoft.com/office/officeart/2005/8/colors/accent6_2" csCatId="accent6" phldr="1"/>
      <dgm:spPr/>
    </dgm:pt>
    <dgm:pt modelId="{E46EBD72-C701-4CF8-801D-3BCB3123C7BA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RAW DATA</a:t>
          </a:r>
          <a:endParaRPr lang="en-US"/>
        </a:p>
      </dgm:t>
    </dgm:pt>
    <dgm:pt modelId="{688E88EB-8462-4FD1-A7CA-2EDAC6343FB4}" type="parTrans" cxnId="{2B553DC6-E381-4D8B-9605-C02ABF204E0E}">
      <dgm:prSet/>
      <dgm:spPr/>
    </dgm:pt>
    <dgm:pt modelId="{77432F92-DB79-4F9B-9054-217279749C44}" type="sibTrans" cxnId="{2B553DC6-E381-4D8B-9605-C02ABF204E0E}">
      <dgm:prSet/>
      <dgm:spPr/>
      <dgm:t>
        <a:bodyPr/>
        <a:lstStyle/>
        <a:p>
          <a:endParaRPr lang="en-US"/>
        </a:p>
      </dgm:t>
    </dgm:pt>
    <dgm:pt modelId="{077FB865-A319-4E3F-9090-C039B0E2477E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DATA CLEANING</a:t>
          </a:r>
          <a:endParaRPr lang="en-US"/>
        </a:p>
      </dgm:t>
    </dgm:pt>
    <dgm:pt modelId="{D681E3E6-06CD-4843-9C10-9CBF2431B74E}" type="parTrans" cxnId="{8EF7CF61-E97E-434E-8F8D-584268DFCFB9}">
      <dgm:prSet/>
      <dgm:spPr/>
    </dgm:pt>
    <dgm:pt modelId="{A1C6495B-770B-489C-B504-AD9A169D5045}" type="sibTrans" cxnId="{8EF7CF61-E97E-434E-8F8D-584268DFCFB9}">
      <dgm:prSet/>
      <dgm:spPr/>
      <dgm:t>
        <a:bodyPr/>
        <a:lstStyle/>
        <a:p>
          <a:endParaRPr lang="en-US"/>
        </a:p>
      </dgm:t>
    </dgm:pt>
    <dgm:pt modelId="{345931B4-8D76-48F4-83E5-009814433337}">
      <dgm:prSet phldrT="[Text]" phldr="0"/>
      <dgm:spPr/>
      <dgm:t>
        <a:bodyPr/>
        <a:lstStyle/>
        <a:p>
          <a:pPr rtl="0"/>
          <a:r>
            <a:rPr lang="en-US">
              <a:latin typeface="Neue Haas Grotesk Text Pro"/>
            </a:rPr>
            <a:t>FEATURE ENGINEERING</a:t>
          </a:r>
          <a:endParaRPr lang="en-US"/>
        </a:p>
      </dgm:t>
    </dgm:pt>
    <dgm:pt modelId="{1772AAFB-1B32-4379-AC60-9B79DFF9AD39}" type="parTrans" cxnId="{D63C93DE-15DF-433A-9E48-DB1712259694}">
      <dgm:prSet/>
      <dgm:spPr/>
    </dgm:pt>
    <dgm:pt modelId="{E30BE30B-321C-4DF2-9712-4EFC730EA981}" type="sibTrans" cxnId="{D63C93DE-15DF-433A-9E48-DB1712259694}">
      <dgm:prSet/>
      <dgm:spPr/>
      <dgm:t>
        <a:bodyPr/>
        <a:lstStyle/>
        <a:p>
          <a:endParaRPr lang="en-US"/>
        </a:p>
      </dgm:t>
    </dgm:pt>
    <dgm:pt modelId="{6255CC7B-7C57-4092-9A4A-019ED86B324C}">
      <dgm:prSet phldrT="[Text]" phldr="0"/>
      <dgm:spPr/>
      <dgm:t>
        <a:bodyPr/>
        <a:lstStyle/>
        <a:p>
          <a:pPr rtl="0"/>
          <a:r>
            <a:rPr lang="en-US" dirty="0">
              <a:latin typeface="Neue Haas Grotesk Text Pro"/>
            </a:rPr>
            <a:t>CLEANED DATA</a:t>
          </a:r>
        </a:p>
      </dgm:t>
    </dgm:pt>
    <dgm:pt modelId="{28A5D3E9-F38F-40AD-B564-13224D5734E5}" type="parTrans" cxnId="{0D0134A6-C7B1-4CF4-A81A-EAE5EC0F0BC3}">
      <dgm:prSet/>
      <dgm:spPr/>
    </dgm:pt>
    <dgm:pt modelId="{381F8EB7-C561-464D-BAAA-CAECBFDE91EB}" type="sibTrans" cxnId="{0D0134A6-C7B1-4CF4-A81A-EAE5EC0F0BC3}">
      <dgm:prSet/>
      <dgm:spPr/>
    </dgm:pt>
    <dgm:pt modelId="{8B711717-B917-404A-AAB9-F4F2C9765CC4}" type="pres">
      <dgm:prSet presAssocID="{7D51DC14-A66C-4246-BC90-95DE963088C1}" presName="linearFlow" presStyleCnt="0">
        <dgm:presLayoutVars>
          <dgm:resizeHandles val="exact"/>
        </dgm:presLayoutVars>
      </dgm:prSet>
      <dgm:spPr/>
    </dgm:pt>
    <dgm:pt modelId="{A858D061-12AA-4F3E-8C95-D89EB8CAB371}" type="pres">
      <dgm:prSet presAssocID="{E46EBD72-C701-4CF8-801D-3BCB3123C7BA}" presName="node" presStyleLbl="node1" presStyleIdx="0" presStyleCnt="4">
        <dgm:presLayoutVars>
          <dgm:bulletEnabled val="1"/>
        </dgm:presLayoutVars>
      </dgm:prSet>
      <dgm:spPr/>
    </dgm:pt>
    <dgm:pt modelId="{40876FA7-830D-4BE8-9065-F984DCDE371B}" type="pres">
      <dgm:prSet presAssocID="{77432F92-DB79-4F9B-9054-217279749C44}" presName="sibTrans" presStyleLbl="sibTrans2D1" presStyleIdx="0" presStyleCnt="3"/>
      <dgm:spPr/>
    </dgm:pt>
    <dgm:pt modelId="{78DA46CD-06C9-4349-AC7C-9CF8E55AC1F4}" type="pres">
      <dgm:prSet presAssocID="{77432F92-DB79-4F9B-9054-217279749C44}" presName="connectorText" presStyleLbl="sibTrans2D1" presStyleIdx="0" presStyleCnt="3"/>
      <dgm:spPr/>
    </dgm:pt>
    <dgm:pt modelId="{CFA11D87-5D57-4F46-9730-88428ED3FFB0}" type="pres">
      <dgm:prSet presAssocID="{077FB865-A319-4E3F-9090-C039B0E2477E}" presName="node" presStyleLbl="node1" presStyleIdx="1" presStyleCnt="4">
        <dgm:presLayoutVars>
          <dgm:bulletEnabled val="1"/>
        </dgm:presLayoutVars>
      </dgm:prSet>
      <dgm:spPr/>
    </dgm:pt>
    <dgm:pt modelId="{6FFDF425-A66F-489D-9ACF-A75929F95560}" type="pres">
      <dgm:prSet presAssocID="{A1C6495B-770B-489C-B504-AD9A169D5045}" presName="sibTrans" presStyleLbl="sibTrans2D1" presStyleIdx="1" presStyleCnt="3"/>
      <dgm:spPr/>
    </dgm:pt>
    <dgm:pt modelId="{555FB0A4-1F85-43FA-82C4-83D3EFA65CBA}" type="pres">
      <dgm:prSet presAssocID="{A1C6495B-770B-489C-B504-AD9A169D5045}" presName="connectorText" presStyleLbl="sibTrans2D1" presStyleIdx="1" presStyleCnt="3"/>
      <dgm:spPr/>
    </dgm:pt>
    <dgm:pt modelId="{80CD2425-DEAA-45B4-ABC6-3AB7FB4443A3}" type="pres">
      <dgm:prSet presAssocID="{345931B4-8D76-48F4-83E5-009814433337}" presName="node" presStyleLbl="node1" presStyleIdx="2" presStyleCnt="4">
        <dgm:presLayoutVars>
          <dgm:bulletEnabled val="1"/>
        </dgm:presLayoutVars>
      </dgm:prSet>
      <dgm:spPr/>
    </dgm:pt>
    <dgm:pt modelId="{F78E5286-2E44-4428-B6E6-D8DFF4456C65}" type="pres">
      <dgm:prSet presAssocID="{E30BE30B-321C-4DF2-9712-4EFC730EA981}" presName="sibTrans" presStyleLbl="sibTrans2D1" presStyleIdx="2" presStyleCnt="3"/>
      <dgm:spPr/>
    </dgm:pt>
    <dgm:pt modelId="{8E379399-4D76-4AA9-AC09-F0F1E5BD4C7D}" type="pres">
      <dgm:prSet presAssocID="{E30BE30B-321C-4DF2-9712-4EFC730EA981}" presName="connectorText" presStyleLbl="sibTrans2D1" presStyleIdx="2" presStyleCnt="3"/>
      <dgm:spPr/>
    </dgm:pt>
    <dgm:pt modelId="{B3C4DF36-7045-4FA4-B6C5-A83018C3E604}" type="pres">
      <dgm:prSet presAssocID="{6255CC7B-7C57-4092-9A4A-019ED86B324C}" presName="node" presStyleLbl="node1" presStyleIdx="3" presStyleCnt="4">
        <dgm:presLayoutVars>
          <dgm:bulletEnabled val="1"/>
        </dgm:presLayoutVars>
      </dgm:prSet>
      <dgm:spPr/>
    </dgm:pt>
  </dgm:ptLst>
  <dgm:cxnLst>
    <dgm:cxn modelId="{2F670C1C-A4E6-40D3-AFB3-9401A227FA20}" type="presOf" srcId="{A1C6495B-770B-489C-B504-AD9A169D5045}" destId="{6FFDF425-A66F-489D-9ACF-A75929F95560}" srcOrd="0" destOrd="0" presId="urn:microsoft.com/office/officeart/2005/8/layout/process2"/>
    <dgm:cxn modelId="{9C90F12F-B49A-4C71-8005-4B45BA052FD4}" type="presOf" srcId="{E30BE30B-321C-4DF2-9712-4EFC730EA981}" destId="{F78E5286-2E44-4428-B6E6-D8DFF4456C65}" srcOrd="0" destOrd="0" presId="urn:microsoft.com/office/officeart/2005/8/layout/process2"/>
    <dgm:cxn modelId="{8EF7CF61-E97E-434E-8F8D-584268DFCFB9}" srcId="{7D51DC14-A66C-4246-BC90-95DE963088C1}" destId="{077FB865-A319-4E3F-9090-C039B0E2477E}" srcOrd="1" destOrd="0" parTransId="{D681E3E6-06CD-4843-9C10-9CBF2431B74E}" sibTransId="{A1C6495B-770B-489C-B504-AD9A169D5045}"/>
    <dgm:cxn modelId="{921F4342-1218-4836-B0B4-B23E4AF2D123}" type="presOf" srcId="{077FB865-A319-4E3F-9090-C039B0E2477E}" destId="{CFA11D87-5D57-4F46-9730-88428ED3FFB0}" srcOrd="0" destOrd="0" presId="urn:microsoft.com/office/officeart/2005/8/layout/process2"/>
    <dgm:cxn modelId="{57B58C52-7B84-48C1-ADDA-09B008AB0621}" type="presOf" srcId="{E46EBD72-C701-4CF8-801D-3BCB3123C7BA}" destId="{A858D061-12AA-4F3E-8C95-D89EB8CAB371}" srcOrd="0" destOrd="0" presId="urn:microsoft.com/office/officeart/2005/8/layout/process2"/>
    <dgm:cxn modelId="{4BE58380-E030-4151-A20B-00B3AF256DCE}" type="presOf" srcId="{6255CC7B-7C57-4092-9A4A-019ED86B324C}" destId="{B3C4DF36-7045-4FA4-B6C5-A83018C3E604}" srcOrd="0" destOrd="0" presId="urn:microsoft.com/office/officeart/2005/8/layout/process2"/>
    <dgm:cxn modelId="{C6A8DF9B-3941-462D-A5C6-6B860424A872}" type="presOf" srcId="{E30BE30B-321C-4DF2-9712-4EFC730EA981}" destId="{8E379399-4D76-4AA9-AC09-F0F1E5BD4C7D}" srcOrd="1" destOrd="0" presId="urn:microsoft.com/office/officeart/2005/8/layout/process2"/>
    <dgm:cxn modelId="{179E6EA2-4736-4BED-B6E1-8A63EFE1B611}" type="presOf" srcId="{77432F92-DB79-4F9B-9054-217279749C44}" destId="{40876FA7-830D-4BE8-9065-F984DCDE371B}" srcOrd="0" destOrd="0" presId="urn:microsoft.com/office/officeart/2005/8/layout/process2"/>
    <dgm:cxn modelId="{0D0134A6-C7B1-4CF4-A81A-EAE5EC0F0BC3}" srcId="{7D51DC14-A66C-4246-BC90-95DE963088C1}" destId="{6255CC7B-7C57-4092-9A4A-019ED86B324C}" srcOrd="3" destOrd="0" parTransId="{28A5D3E9-F38F-40AD-B564-13224D5734E5}" sibTransId="{381F8EB7-C561-464D-BAAA-CAECBFDE91EB}"/>
    <dgm:cxn modelId="{449873AC-1C55-41BC-84F9-4096757BE3CF}" type="presOf" srcId="{A1C6495B-770B-489C-B504-AD9A169D5045}" destId="{555FB0A4-1F85-43FA-82C4-83D3EFA65CBA}" srcOrd="1" destOrd="0" presId="urn:microsoft.com/office/officeart/2005/8/layout/process2"/>
    <dgm:cxn modelId="{2B553DC6-E381-4D8B-9605-C02ABF204E0E}" srcId="{7D51DC14-A66C-4246-BC90-95DE963088C1}" destId="{E46EBD72-C701-4CF8-801D-3BCB3123C7BA}" srcOrd="0" destOrd="0" parTransId="{688E88EB-8462-4FD1-A7CA-2EDAC6343FB4}" sibTransId="{77432F92-DB79-4F9B-9054-217279749C44}"/>
    <dgm:cxn modelId="{229ABAC8-45C1-4490-8826-FBCAFBCAE08A}" type="presOf" srcId="{7D51DC14-A66C-4246-BC90-95DE963088C1}" destId="{8B711717-B917-404A-AAB9-F4F2C9765CC4}" srcOrd="0" destOrd="0" presId="urn:microsoft.com/office/officeart/2005/8/layout/process2"/>
    <dgm:cxn modelId="{4D99CCDD-3635-4AF0-8400-37E3FFC5B2F2}" type="presOf" srcId="{77432F92-DB79-4F9B-9054-217279749C44}" destId="{78DA46CD-06C9-4349-AC7C-9CF8E55AC1F4}" srcOrd="1" destOrd="0" presId="urn:microsoft.com/office/officeart/2005/8/layout/process2"/>
    <dgm:cxn modelId="{D63C93DE-15DF-433A-9E48-DB1712259694}" srcId="{7D51DC14-A66C-4246-BC90-95DE963088C1}" destId="{345931B4-8D76-48F4-83E5-009814433337}" srcOrd="2" destOrd="0" parTransId="{1772AAFB-1B32-4379-AC60-9B79DFF9AD39}" sibTransId="{E30BE30B-321C-4DF2-9712-4EFC730EA981}"/>
    <dgm:cxn modelId="{D3148AE2-0AF2-40E2-B87E-FCE2E6EE90A4}" type="presOf" srcId="{345931B4-8D76-48F4-83E5-009814433337}" destId="{80CD2425-DEAA-45B4-ABC6-3AB7FB4443A3}" srcOrd="0" destOrd="0" presId="urn:microsoft.com/office/officeart/2005/8/layout/process2"/>
    <dgm:cxn modelId="{6E1C5442-5279-45E1-BB39-147D7F3BA85C}" type="presParOf" srcId="{8B711717-B917-404A-AAB9-F4F2C9765CC4}" destId="{A858D061-12AA-4F3E-8C95-D89EB8CAB371}" srcOrd="0" destOrd="0" presId="urn:microsoft.com/office/officeart/2005/8/layout/process2"/>
    <dgm:cxn modelId="{E452A839-9490-4BE9-B62E-F8AE00E5463D}" type="presParOf" srcId="{8B711717-B917-404A-AAB9-F4F2C9765CC4}" destId="{40876FA7-830D-4BE8-9065-F984DCDE371B}" srcOrd="1" destOrd="0" presId="urn:microsoft.com/office/officeart/2005/8/layout/process2"/>
    <dgm:cxn modelId="{E7D91F11-8C6A-449B-8313-452E613F8EE5}" type="presParOf" srcId="{40876FA7-830D-4BE8-9065-F984DCDE371B}" destId="{78DA46CD-06C9-4349-AC7C-9CF8E55AC1F4}" srcOrd="0" destOrd="0" presId="urn:microsoft.com/office/officeart/2005/8/layout/process2"/>
    <dgm:cxn modelId="{23916770-37FA-4756-B050-7C444ED9ED3A}" type="presParOf" srcId="{8B711717-B917-404A-AAB9-F4F2C9765CC4}" destId="{CFA11D87-5D57-4F46-9730-88428ED3FFB0}" srcOrd="2" destOrd="0" presId="urn:microsoft.com/office/officeart/2005/8/layout/process2"/>
    <dgm:cxn modelId="{32482AA9-1A39-44C3-9E52-72FC6FE4EEB3}" type="presParOf" srcId="{8B711717-B917-404A-AAB9-F4F2C9765CC4}" destId="{6FFDF425-A66F-489D-9ACF-A75929F95560}" srcOrd="3" destOrd="0" presId="urn:microsoft.com/office/officeart/2005/8/layout/process2"/>
    <dgm:cxn modelId="{5A266E81-B16E-4707-9CC2-E31687409BA3}" type="presParOf" srcId="{6FFDF425-A66F-489D-9ACF-A75929F95560}" destId="{555FB0A4-1F85-43FA-82C4-83D3EFA65CBA}" srcOrd="0" destOrd="0" presId="urn:microsoft.com/office/officeart/2005/8/layout/process2"/>
    <dgm:cxn modelId="{463DCA32-DE55-404A-84E1-291EA89EB000}" type="presParOf" srcId="{8B711717-B917-404A-AAB9-F4F2C9765CC4}" destId="{80CD2425-DEAA-45B4-ABC6-3AB7FB4443A3}" srcOrd="4" destOrd="0" presId="urn:microsoft.com/office/officeart/2005/8/layout/process2"/>
    <dgm:cxn modelId="{46ABA62C-ECED-438A-9E70-CB8B25BB88EC}" type="presParOf" srcId="{8B711717-B917-404A-AAB9-F4F2C9765CC4}" destId="{F78E5286-2E44-4428-B6E6-D8DFF4456C65}" srcOrd="5" destOrd="0" presId="urn:microsoft.com/office/officeart/2005/8/layout/process2"/>
    <dgm:cxn modelId="{52E0C463-330E-4258-8D9A-4452256A77E6}" type="presParOf" srcId="{F78E5286-2E44-4428-B6E6-D8DFF4456C65}" destId="{8E379399-4D76-4AA9-AC09-F0F1E5BD4C7D}" srcOrd="0" destOrd="0" presId="urn:microsoft.com/office/officeart/2005/8/layout/process2"/>
    <dgm:cxn modelId="{9FD2A4E2-6BD5-4B24-84A4-BC167428803D}" type="presParOf" srcId="{8B711717-B917-404A-AAB9-F4F2C9765CC4}" destId="{B3C4DF36-7045-4FA4-B6C5-A83018C3E604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4C4DB1-5817-475B-9111-872D38E6F2D8}">
      <dsp:nvSpPr>
        <dsp:cNvPr id="0" name=""/>
        <dsp:cNvSpPr/>
      </dsp:nvSpPr>
      <dsp:spPr>
        <a:xfrm>
          <a:off x="1586" y="2672197"/>
          <a:ext cx="1993267" cy="7227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imes New Roman"/>
              <a:cs typeface="Times New Roman"/>
            </a:rPr>
            <a:t>RAW DATA</a:t>
          </a:r>
        </a:p>
      </dsp:txBody>
      <dsp:txXfrm>
        <a:off x="1586" y="2672197"/>
        <a:ext cx="1993267" cy="481831"/>
      </dsp:txXfrm>
    </dsp:sp>
    <dsp:sp modelId="{E1205E74-3CBC-48BA-AF64-6B25C8E625A1}">
      <dsp:nvSpPr>
        <dsp:cNvPr id="0" name=""/>
        <dsp:cNvSpPr/>
      </dsp:nvSpPr>
      <dsp:spPr>
        <a:xfrm>
          <a:off x="409845" y="3154029"/>
          <a:ext cx="1993267" cy="16704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Times New Roman"/>
              <a:cs typeface="Times New Roman"/>
            </a:rPr>
            <a:t>UNCLEANED DATA</a:t>
          </a:r>
        </a:p>
      </dsp:txBody>
      <dsp:txXfrm>
        <a:off x="458769" y="3202953"/>
        <a:ext cx="1895419" cy="1572552"/>
      </dsp:txXfrm>
    </dsp:sp>
    <dsp:sp modelId="{98A7C65E-F640-47D6-8CF6-C7FE52E2DBE0}">
      <dsp:nvSpPr>
        <dsp:cNvPr id="0" name=""/>
        <dsp:cNvSpPr/>
      </dsp:nvSpPr>
      <dsp:spPr>
        <a:xfrm>
          <a:off x="2297025" y="2664980"/>
          <a:ext cx="640604" cy="49626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297025" y="2764233"/>
        <a:ext cx="491725" cy="297759"/>
      </dsp:txXfrm>
    </dsp:sp>
    <dsp:sp modelId="{5E230212-B0EB-4090-8DAF-A8DE1926BD31}">
      <dsp:nvSpPr>
        <dsp:cNvPr id="0" name=""/>
        <dsp:cNvSpPr/>
      </dsp:nvSpPr>
      <dsp:spPr>
        <a:xfrm>
          <a:off x="3203542" y="2672197"/>
          <a:ext cx="1993267" cy="7227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imes New Roman"/>
              <a:cs typeface="Times New Roman"/>
            </a:rPr>
            <a:t>PYTHON</a:t>
          </a:r>
        </a:p>
      </dsp:txBody>
      <dsp:txXfrm>
        <a:off x="3203542" y="2672197"/>
        <a:ext cx="1993267" cy="481831"/>
      </dsp:txXfrm>
    </dsp:sp>
    <dsp:sp modelId="{2F64C8E8-AC56-4793-AFB7-FB583D370D46}">
      <dsp:nvSpPr>
        <dsp:cNvPr id="0" name=""/>
        <dsp:cNvSpPr/>
      </dsp:nvSpPr>
      <dsp:spPr>
        <a:xfrm>
          <a:off x="3611801" y="3154029"/>
          <a:ext cx="1993267" cy="16704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>
              <a:latin typeface="Times New Roman"/>
              <a:cs typeface="Times New Roman"/>
            </a:rPr>
            <a:t>DATA CLEANING</a:t>
          </a:r>
          <a:endParaRPr lang="en-US" sz="1600" b="1" kern="1200" dirty="0">
            <a:latin typeface="Times New Roman"/>
            <a:cs typeface="Times New Roman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Times New Roman"/>
              <a:cs typeface="Times New Roman"/>
            </a:rPr>
            <a:t>FEATURE ENGINEERING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Times New Roman"/>
              <a:cs typeface="Times New Roman"/>
            </a:rPr>
            <a:t>REMOVING DUPLICATES</a:t>
          </a:r>
        </a:p>
      </dsp:txBody>
      <dsp:txXfrm>
        <a:off x="3660725" y="3202953"/>
        <a:ext cx="1895419" cy="1572552"/>
      </dsp:txXfrm>
    </dsp:sp>
    <dsp:sp modelId="{3AC59127-AF00-4515-B662-B95328547978}">
      <dsp:nvSpPr>
        <dsp:cNvPr id="0" name=""/>
        <dsp:cNvSpPr/>
      </dsp:nvSpPr>
      <dsp:spPr>
        <a:xfrm>
          <a:off x="5498982" y="2664980"/>
          <a:ext cx="640604" cy="49626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498982" y="2764233"/>
        <a:ext cx="491725" cy="297759"/>
      </dsp:txXfrm>
    </dsp:sp>
    <dsp:sp modelId="{5E6D22A7-D6AF-4612-BF9F-6C80C6B9F83A}">
      <dsp:nvSpPr>
        <dsp:cNvPr id="0" name=""/>
        <dsp:cNvSpPr/>
      </dsp:nvSpPr>
      <dsp:spPr>
        <a:xfrm>
          <a:off x="6405498" y="2672197"/>
          <a:ext cx="1993267" cy="7227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Times New Roman"/>
              <a:cs typeface="Times New Roman"/>
            </a:rPr>
            <a:t>MYSQL</a:t>
          </a:r>
          <a:endParaRPr lang="en-US" sz="2000" b="1" kern="1200" dirty="0">
            <a:latin typeface="Times New Roman"/>
            <a:cs typeface="Times New Roman"/>
          </a:endParaRPr>
        </a:p>
      </dsp:txBody>
      <dsp:txXfrm>
        <a:off x="6405498" y="2672197"/>
        <a:ext cx="1993267" cy="481831"/>
      </dsp:txXfrm>
    </dsp:sp>
    <dsp:sp modelId="{84493249-804F-4A7F-BC08-9E25EBE05ED7}">
      <dsp:nvSpPr>
        <dsp:cNvPr id="0" name=""/>
        <dsp:cNvSpPr/>
      </dsp:nvSpPr>
      <dsp:spPr>
        <a:xfrm>
          <a:off x="6813758" y="3154029"/>
          <a:ext cx="1993267" cy="16704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>
              <a:latin typeface="Times New Roman"/>
              <a:cs typeface="Times New Roman"/>
            </a:rPr>
            <a:t>SQL QUERIES</a:t>
          </a:r>
          <a:endParaRPr lang="en-US" sz="1600" b="1" kern="1200" dirty="0">
            <a:latin typeface="Times New Roman"/>
            <a:cs typeface="Times New Roman"/>
          </a:endParaRPr>
        </a:p>
      </dsp:txBody>
      <dsp:txXfrm>
        <a:off x="6862682" y="3202953"/>
        <a:ext cx="1895419" cy="1572552"/>
      </dsp:txXfrm>
    </dsp:sp>
    <dsp:sp modelId="{D2377F62-E542-46EE-8312-C6DBD51C3149}">
      <dsp:nvSpPr>
        <dsp:cNvPr id="0" name=""/>
        <dsp:cNvSpPr/>
      </dsp:nvSpPr>
      <dsp:spPr>
        <a:xfrm>
          <a:off x="8700938" y="2664980"/>
          <a:ext cx="640604" cy="49626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700938" y="2764233"/>
        <a:ext cx="491725" cy="297759"/>
      </dsp:txXfrm>
    </dsp:sp>
    <dsp:sp modelId="{22ACD9B9-9BAB-4A6E-928A-3632F9DF4886}">
      <dsp:nvSpPr>
        <dsp:cNvPr id="0" name=""/>
        <dsp:cNvSpPr/>
      </dsp:nvSpPr>
      <dsp:spPr>
        <a:xfrm>
          <a:off x="9607454" y="2672197"/>
          <a:ext cx="1993267" cy="72274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/>
              <a:cs typeface="Times New Roman"/>
            </a:rPr>
            <a:t>POWER BI</a:t>
          </a:r>
        </a:p>
      </dsp:txBody>
      <dsp:txXfrm>
        <a:off x="9607454" y="2672197"/>
        <a:ext cx="1993267" cy="481831"/>
      </dsp:txXfrm>
    </dsp:sp>
    <dsp:sp modelId="{B3B3F204-D019-48EA-AA6B-D72320F51849}">
      <dsp:nvSpPr>
        <dsp:cNvPr id="0" name=""/>
        <dsp:cNvSpPr/>
      </dsp:nvSpPr>
      <dsp:spPr>
        <a:xfrm>
          <a:off x="10015714" y="3154029"/>
          <a:ext cx="1993267" cy="1670400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Times New Roman"/>
              <a:cs typeface="Times New Roman"/>
            </a:rPr>
            <a:t>DASHBOARD 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Times New Roman"/>
              <a:cs typeface="Times New Roman"/>
            </a:rPr>
            <a:t>KPI'S AND VISUALS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latin typeface="Times New Roman"/>
              <a:cs typeface="Times New Roman"/>
            </a:rPr>
            <a:t>BUSSINESS INSIGHTS</a:t>
          </a:r>
        </a:p>
      </dsp:txBody>
      <dsp:txXfrm>
        <a:off x="10064638" y="3202953"/>
        <a:ext cx="1895419" cy="15725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58D061-12AA-4F3E-8C95-D89EB8CAB371}">
      <dsp:nvSpPr>
        <dsp:cNvPr id="0" name=""/>
        <dsp:cNvSpPr/>
      </dsp:nvSpPr>
      <dsp:spPr>
        <a:xfrm>
          <a:off x="1573039" y="2243"/>
          <a:ext cx="1788778" cy="83441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Neue Haas Grotesk Text Pro"/>
            </a:rPr>
            <a:t>RAW DATA</a:t>
          </a:r>
          <a:endParaRPr lang="en-US" sz="1800" kern="1200"/>
        </a:p>
      </dsp:txBody>
      <dsp:txXfrm>
        <a:off x="1597478" y="26682"/>
        <a:ext cx="1739900" cy="785537"/>
      </dsp:txXfrm>
    </dsp:sp>
    <dsp:sp modelId="{40876FA7-830D-4BE8-9065-F984DCDE371B}">
      <dsp:nvSpPr>
        <dsp:cNvPr id="0" name=""/>
        <dsp:cNvSpPr/>
      </dsp:nvSpPr>
      <dsp:spPr>
        <a:xfrm rot="5400000">
          <a:off x="2310975" y="857518"/>
          <a:ext cx="312905" cy="3754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354782" y="888809"/>
        <a:ext cx="225292" cy="219034"/>
      </dsp:txXfrm>
    </dsp:sp>
    <dsp:sp modelId="{CFA11D87-5D57-4F46-9730-88428ED3FFB0}">
      <dsp:nvSpPr>
        <dsp:cNvPr id="0" name=""/>
        <dsp:cNvSpPr/>
      </dsp:nvSpPr>
      <dsp:spPr>
        <a:xfrm>
          <a:off x="1573039" y="1253866"/>
          <a:ext cx="1788778" cy="83441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Neue Haas Grotesk Text Pro"/>
            </a:rPr>
            <a:t>DATA CLEANING</a:t>
          </a:r>
          <a:endParaRPr lang="en-US" sz="1800" kern="1200"/>
        </a:p>
      </dsp:txBody>
      <dsp:txXfrm>
        <a:off x="1597478" y="1278305"/>
        <a:ext cx="1739900" cy="785537"/>
      </dsp:txXfrm>
    </dsp:sp>
    <dsp:sp modelId="{6FFDF425-A66F-489D-9ACF-A75929F95560}">
      <dsp:nvSpPr>
        <dsp:cNvPr id="0" name=""/>
        <dsp:cNvSpPr/>
      </dsp:nvSpPr>
      <dsp:spPr>
        <a:xfrm rot="5400000">
          <a:off x="2310975" y="2109142"/>
          <a:ext cx="312905" cy="3754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354782" y="2140433"/>
        <a:ext cx="225292" cy="219034"/>
      </dsp:txXfrm>
    </dsp:sp>
    <dsp:sp modelId="{80CD2425-DEAA-45B4-ABC6-3AB7FB4443A3}">
      <dsp:nvSpPr>
        <dsp:cNvPr id="0" name=""/>
        <dsp:cNvSpPr/>
      </dsp:nvSpPr>
      <dsp:spPr>
        <a:xfrm>
          <a:off x="1573039" y="2505489"/>
          <a:ext cx="1788778" cy="83441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Neue Haas Grotesk Text Pro"/>
            </a:rPr>
            <a:t>FEATURE ENGINEERING</a:t>
          </a:r>
          <a:endParaRPr lang="en-US" sz="1800" kern="1200"/>
        </a:p>
      </dsp:txBody>
      <dsp:txXfrm>
        <a:off x="1597478" y="2529928"/>
        <a:ext cx="1739900" cy="785537"/>
      </dsp:txXfrm>
    </dsp:sp>
    <dsp:sp modelId="{F78E5286-2E44-4428-B6E6-D8DFF4456C65}">
      <dsp:nvSpPr>
        <dsp:cNvPr id="0" name=""/>
        <dsp:cNvSpPr/>
      </dsp:nvSpPr>
      <dsp:spPr>
        <a:xfrm rot="5400000">
          <a:off x="2310975" y="3360765"/>
          <a:ext cx="312905" cy="37548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354782" y="3392056"/>
        <a:ext cx="225292" cy="219034"/>
      </dsp:txXfrm>
    </dsp:sp>
    <dsp:sp modelId="{B3C4DF36-7045-4FA4-B6C5-A83018C3E604}">
      <dsp:nvSpPr>
        <dsp:cNvPr id="0" name=""/>
        <dsp:cNvSpPr/>
      </dsp:nvSpPr>
      <dsp:spPr>
        <a:xfrm>
          <a:off x="1573039" y="3757112"/>
          <a:ext cx="1788778" cy="83441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Neue Haas Grotesk Text Pro"/>
            </a:rPr>
            <a:t>CLEANED DATA</a:t>
          </a:r>
        </a:p>
      </dsp:txBody>
      <dsp:txXfrm>
        <a:off x="1597478" y="3781551"/>
        <a:ext cx="1739900" cy="7855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406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726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8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574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776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824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346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32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921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93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35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38" y="382134"/>
            <a:ext cx="8575126" cy="2664696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  <a:latin typeface="Times New Roman"/>
                <a:cs typeface="Times New Roman"/>
              </a:rPr>
              <a:t>SALES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0323" y="3691308"/>
            <a:ext cx="7588155" cy="14140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/>
                <a:cs typeface="Times New Roman"/>
              </a:rPr>
              <a:t>-SHRISTI BHARDWAJ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E6028F-55BF-EADC-4406-6D4DEBD9E460}"/>
              </a:ext>
            </a:extLst>
          </p:cNvPr>
          <p:cNvSpPr txBox="1"/>
          <p:nvPr/>
        </p:nvSpPr>
        <p:spPr>
          <a:xfrm>
            <a:off x="3291500" y="3041978"/>
            <a:ext cx="56120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Times New Roman"/>
                <a:cs typeface="Times New Roman"/>
              </a:rPr>
              <a:t>(CAPSTONE PROJECT)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AE373-F676-FCBC-C4E4-54A0E6B2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6754"/>
            <a:ext cx="10653578" cy="1132258"/>
          </a:xfrm>
        </p:spPr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BUSINESS PROBLEM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B63B1-6564-9FE6-C5BC-8432DFDF9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362" y="779361"/>
            <a:ext cx="11872779" cy="585656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3300" b="1">
                <a:latin typeface="Times New Roman"/>
                <a:cs typeface="Times New Roman"/>
              </a:rPr>
              <a:t>Business Problem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500">
                <a:latin typeface="Times New Roman"/>
                <a:ea typeface="+mn-lt"/>
                <a:cs typeface="Times New Roman"/>
              </a:rPr>
              <a:t>Global Superstore operates across multiple markets and sells a wide range of products. However, management lacks clear insights into:</a:t>
            </a:r>
            <a:endParaRPr lang="en-US" sz="2500">
              <a:latin typeface="Times New Roman"/>
              <a:cs typeface="Times New Roman"/>
            </a:endParaRPr>
          </a:p>
          <a:p>
            <a:r>
              <a:rPr lang="en-US" sz="2500">
                <a:latin typeface="Times New Roman"/>
                <a:ea typeface="+mn-lt"/>
                <a:cs typeface="Times New Roman"/>
              </a:rPr>
              <a:t>Sales performance across different regions and markets </a:t>
            </a:r>
            <a:endParaRPr lang="en-US" sz="2500">
              <a:latin typeface="Times New Roman"/>
              <a:cs typeface="Times New Roman"/>
            </a:endParaRPr>
          </a:p>
          <a:p>
            <a:r>
              <a:rPr lang="en-US" sz="2500">
                <a:latin typeface="Times New Roman"/>
                <a:ea typeface="+mn-lt"/>
                <a:cs typeface="Times New Roman"/>
              </a:rPr>
              <a:t>Product categories generating the highest revenue </a:t>
            </a:r>
            <a:endParaRPr lang="en-US" sz="2500">
              <a:latin typeface="Times New Roman"/>
              <a:cs typeface="Times New Roman"/>
            </a:endParaRPr>
          </a:p>
          <a:p>
            <a:r>
              <a:rPr lang="en-US" sz="2500">
                <a:latin typeface="Times New Roman"/>
                <a:ea typeface="+mn-lt"/>
                <a:cs typeface="Times New Roman"/>
              </a:rPr>
              <a:t>Profitability across products and customers </a:t>
            </a:r>
            <a:endParaRPr lang="en-US" sz="2500">
              <a:latin typeface="Times New Roman"/>
              <a:cs typeface="Times New Roman"/>
            </a:endParaRPr>
          </a:p>
          <a:p>
            <a:r>
              <a:rPr lang="en-US" sz="2500">
                <a:latin typeface="Times New Roman"/>
                <a:ea typeface="+mn-lt"/>
                <a:cs typeface="Times New Roman"/>
              </a:rPr>
              <a:t>Shipping performance and Customer purchasing behavior </a:t>
            </a:r>
            <a:endParaRPr lang="en-US" sz="25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3300" b="1">
                <a:latin typeface="Times New Roman"/>
                <a:cs typeface="Times New Roman"/>
              </a:rPr>
              <a:t>Objective</a:t>
            </a:r>
          </a:p>
          <a:p>
            <a:pPr marL="0" indent="0">
              <a:buNone/>
            </a:pPr>
            <a:r>
              <a:rPr lang="en-US" sz="2500">
                <a:latin typeface="Times New Roman"/>
                <a:ea typeface="+mn-lt"/>
                <a:cs typeface="Times New Roman"/>
              </a:rPr>
              <a:t>Develop an end-to-end analytics solution to:</a:t>
            </a:r>
            <a:endParaRPr lang="en-US" sz="2500">
              <a:latin typeface="Times New Roman"/>
              <a:cs typeface="Times New Roman"/>
            </a:endParaRPr>
          </a:p>
          <a:p>
            <a:r>
              <a:rPr lang="en-US" sz="2500">
                <a:latin typeface="Times New Roman"/>
                <a:ea typeface="+mn-lt"/>
                <a:cs typeface="Times New Roman"/>
              </a:rPr>
              <a:t>Clean and prepare raw sales data </a:t>
            </a:r>
            <a:endParaRPr lang="en-US" sz="2500">
              <a:latin typeface="Times New Roman"/>
              <a:cs typeface="Times New Roman"/>
            </a:endParaRPr>
          </a:p>
          <a:p>
            <a:r>
              <a:rPr lang="en-US" sz="2500">
                <a:latin typeface="Times New Roman"/>
                <a:ea typeface="+mn-lt"/>
                <a:cs typeface="Times New Roman"/>
              </a:rPr>
              <a:t>Analyze business performance using SQL </a:t>
            </a:r>
            <a:endParaRPr lang="en-US" sz="2500">
              <a:latin typeface="Times New Roman"/>
              <a:cs typeface="Times New Roman"/>
            </a:endParaRPr>
          </a:p>
          <a:p>
            <a:r>
              <a:rPr lang="en-US" sz="2500">
                <a:latin typeface="Times New Roman"/>
                <a:ea typeface="+mn-lt"/>
                <a:cs typeface="Times New Roman"/>
              </a:rPr>
              <a:t>Build an interactive Power BI dashboard and Generate business insights to support decision-making</a:t>
            </a:r>
            <a:endParaRPr lang="en-US" sz="250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A0A77-8CD8-64DB-6B1B-7B9C17A97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958CE-8A86-4E2B-AB15-A244B36D95BF}" type="datetime1"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068A-2399-3704-896C-C799DA18E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4A74E-64F7-C224-BEA2-AFE8043E2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52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1F0FCCB-ADDD-81E7-88CD-5AF6497D6B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5015176"/>
              </p:ext>
            </p:extLst>
          </p:nvPr>
        </p:nvGraphicFramePr>
        <p:xfrm>
          <a:off x="50802" y="3630"/>
          <a:ext cx="12010568" cy="7496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6C5B657-86AD-6B5C-FE13-E2B3FE833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305" y="584926"/>
            <a:ext cx="10653578" cy="1132258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PROJECT WORKFLOW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08DDCE-6D34-FDB7-11AE-ACA3B18F0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3678B-72EC-4A5F-9088-A4E551E60967}" type="datetime1"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51FF69-D62F-F14B-B587-9F5D5E60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E89A2-DC21-B4DE-0A2B-6C2058F9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013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9B84-6E6F-3364-D303-7FBC90045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2903"/>
            <a:ext cx="10653578" cy="805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DATASET OVERVIEW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285C6F-187C-441F-D4B5-E917AE4D2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49B10-FD89-4687-BCC3-4828FD9156D0}" type="datetime1"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CD916-3862-172F-4BCD-97813292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46007-3EEF-7B8C-19F7-FCE483AD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91AE16-85DD-47D2-5C26-83120005FABA}"/>
              </a:ext>
            </a:extLst>
          </p:cNvPr>
          <p:cNvSpPr txBox="1"/>
          <p:nvPr/>
        </p:nvSpPr>
        <p:spPr>
          <a:xfrm>
            <a:off x="303564" y="874563"/>
            <a:ext cx="9030510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Times New Roman"/>
                <a:cs typeface="Times New Roman"/>
              </a:rPr>
              <a:t>Data Source</a:t>
            </a:r>
          </a:p>
          <a:p>
            <a:pPr marL="285750" indent="-285750">
              <a:buFont typeface="Arial"/>
              <a:buChar char="•"/>
            </a:pPr>
            <a:r>
              <a:rPr lang="en-US" sz="2100">
                <a:latin typeface="Times New Roman"/>
                <a:cs typeface="Times New Roman"/>
              </a:rPr>
              <a:t>Kaggle</a:t>
            </a:r>
            <a:endParaRPr lang="en-US" sz="21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2100" dirty="0">
              <a:latin typeface="Times New Roman"/>
              <a:cs typeface="Times New Roman"/>
            </a:endParaRPr>
          </a:p>
          <a:p>
            <a:r>
              <a:rPr lang="en-US" sz="2800" b="1">
                <a:latin typeface="Times New Roman"/>
                <a:cs typeface="Times New Roman"/>
              </a:rPr>
              <a:t>Shape</a:t>
            </a:r>
            <a:endParaRPr lang="en-US" sz="28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 dirty="0">
                <a:latin typeface="Times New Roman"/>
                <a:cs typeface="Times New Roman"/>
              </a:rPr>
              <a:t>51290 x 21 (</a:t>
            </a:r>
            <a:r>
              <a:rPr lang="en-US" sz="2100">
                <a:latin typeface="Times New Roman"/>
                <a:cs typeface="Times New Roman"/>
              </a:rPr>
              <a:t>before cleaning)</a:t>
            </a:r>
            <a:endParaRPr lang="en-US" sz="21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>
                <a:latin typeface="Times New Roman"/>
                <a:cs typeface="Times New Roman"/>
              </a:rPr>
              <a:t>51290 x 24 (after cleaning)</a:t>
            </a:r>
            <a:endParaRPr lang="en-US" sz="21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2100" dirty="0">
              <a:latin typeface="Times New Roman"/>
              <a:cs typeface="Times New Roman"/>
            </a:endParaRPr>
          </a:p>
          <a:p>
            <a:r>
              <a:rPr lang="en-US" sz="2800" b="1">
                <a:latin typeface="Times New Roman"/>
                <a:cs typeface="Times New Roman"/>
              </a:rPr>
              <a:t>Key Features</a:t>
            </a:r>
          </a:p>
          <a:p>
            <a:pPr marL="285750" indent="-285750">
              <a:buFont typeface="Arial"/>
              <a:buChar char="•"/>
            </a:pPr>
            <a:r>
              <a:rPr lang="en-US" sz="2100">
                <a:latin typeface="Times New Roman"/>
                <a:cs typeface="Times New Roman"/>
              </a:rPr>
              <a:t>Customer Information </a:t>
            </a:r>
            <a:endParaRPr lang="en-US" sz="21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>
                <a:latin typeface="Times New Roman"/>
                <a:cs typeface="Times New Roman"/>
              </a:rPr>
              <a:t>Product Information </a:t>
            </a:r>
            <a:endParaRPr lang="en-US" sz="21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>
                <a:latin typeface="Times New Roman"/>
                <a:cs typeface="Times New Roman"/>
              </a:rPr>
              <a:t>Sales &amp; Profit </a:t>
            </a:r>
            <a:endParaRPr lang="en-US" sz="21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>
                <a:latin typeface="Times New Roman"/>
                <a:cs typeface="Times New Roman"/>
              </a:rPr>
              <a:t>Shipping Details </a:t>
            </a:r>
            <a:endParaRPr lang="en-US" sz="21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>
                <a:latin typeface="Times New Roman"/>
                <a:cs typeface="Times New Roman"/>
              </a:rPr>
              <a:t>Geographic Information </a:t>
            </a:r>
            <a:endParaRPr lang="en-US" sz="21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>
                <a:latin typeface="Times New Roman"/>
                <a:cs typeface="Times New Roman"/>
              </a:rPr>
              <a:t>Order Details</a:t>
            </a:r>
            <a:endParaRPr lang="en-US" sz="2100" dirty="0">
              <a:latin typeface="Times New Roman"/>
              <a:cs typeface="Times New Roman"/>
            </a:endParaRPr>
          </a:p>
          <a:p>
            <a:endParaRPr lang="en-US" sz="2100" dirty="0">
              <a:latin typeface="Times New Roman"/>
              <a:cs typeface="Times New Roman"/>
            </a:endParaRPr>
          </a:p>
          <a:p>
            <a:endParaRPr lang="en-US" sz="2100" dirty="0">
              <a:latin typeface="Times New Roman"/>
              <a:cs typeface="Times New Roman"/>
            </a:endParaRPr>
          </a:p>
          <a:p>
            <a:endParaRPr lang="en-US" sz="2100" dirty="0">
              <a:latin typeface="Times New Roman"/>
              <a:cs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1B346E-BC08-7E44-AAE0-08A7FB4363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53" r="16525" b="-544"/>
          <a:stretch>
            <a:fillRect/>
          </a:stretch>
        </p:blipFill>
        <p:spPr>
          <a:xfrm>
            <a:off x="6920530" y="1539875"/>
            <a:ext cx="2539603" cy="1347132"/>
          </a:xfrm>
          <a:prstGeom prst="rect">
            <a:avLst/>
          </a:prstGeom>
          <a:ln w="1270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DF2125-8096-37BE-1AA4-432085D7A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257" y="3607481"/>
            <a:ext cx="7736115" cy="2502353"/>
          </a:xfrm>
          <a:prstGeom prst="rect">
            <a:avLst/>
          </a:prstGeom>
          <a:ln w="1270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7472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FD43-5721-6617-DC84-BB6C4A07A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2903"/>
            <a:ext cx="10653578" cy="9218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Python Data Cleaning &amp; Feature Engineering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D8103-506F-6F04-C17E-C7566FD49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076" y="1134961"/>
            <a:ext cx="10653579" cy="459382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>
                <a:latin typeface="Times New Roman"/>
                <a:cs typeface="Times New Roman"/>
              </a:rPr>
              <a:t>Data Cleaning</a:t>
            </a:r>
          </a:p>
          <a:p>
            <a:r>
              <a:rPr lang="en-US" sz="2100">
                <a:latin typeface="Times New Roman"/>
                <a:cs typeface="Times New Roman"/>
              </a:rPr>
              <a:t> Checked missing values and duplicate records</a:t>
            </a:r>
          </a:p>
          <a:p>
            <a:r>
              <a:rPr lang="en-US" sz="2100">
                <a:latin typeface="Times New Roman"/>
                <a:cs typeface="Times New Roman"/>
              </a:rPr>
              <a:t> Converted date columns</a:t>
            </a:r>
          </a:p>
          <a:p>
            <a:r>
              <a:rPr lang="en-US" sz="2100">
                <a:latin typeface="Times New Roman"/>
                <a:cs typeface="Times New Roman"/>
              </a:rPr>
              <a:t> Verified data types</a:t>
            </a:r>
            <a:endParaRPr lang="en-US" sz="21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800" b="1">
                <a:latin typeface="Times New Roman"/>
                <a:cs typeface="Times New Roman"/>
              </a:rPr>
              <a:t>Feature Engineering</a:t>
            </a:r>
          </a:p>
          <a:p>
            <a:pPr marL="0" indent="0">
              <a:buNone/>
            </a:pPr>
            <a:r>
              <a:rPr lang="en-US" sz="2100" b="1">
                <a:latin typeface="Times New Roman"/>
                <a:cs typeface="Times New Roman"/>
              </a:rPr>
              <a:t>Columns Created:</a:t>
            </a:r>
          </a:p>
          <a:p>
            <a:r>
              <a:rPr lang="en-US" sz="2100">
                <a:latin typeface="Times New Roman"/>
                <a:cs typeface="Times New Roman"/>
              </a:rPr>
              <a:t>Processing Days </a:t>
            </a:r>
          </a:p>
          <a:p>
            <a:r>
              <a:rPr lang="en-US" sz="2100">
                <a:latin typeface="Times New Roman"/>
                <a:cs typeface="Times New Roman"/>
              </a:rPr>
              <a:t>Order Month </a:t>
            </a:r>
          </a:p>
          <a:p>
            <a:r>
              <a:rPr lang="en-US" sz="2100">
                <a:latin typeface="Times New Roman"/>
                <a:cs typeface="Times New Roman"/>
              </a:rPr>
              <a:t>Quarter </a:t>
            </a:r>
            <a:endParaRPr lang="en-US" sz="21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800" dirty="0">
              <a:latin typeface="Times New Roman"/>
              <a:cs typeface="Times New Roman"/>
            </a:endParaRPr>
          </a:p>
          <a:p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9D5DE-6966-0824-4877-0AEE036AE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E43C3-B00C-4CB9-AADC-B0900A5AA453}" type="datetime1"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1CD1F-8432-6400-71ED-E685EE655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9060-FB1D-515E-EAEA-836D3EF9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35E1873-3223-5DE6-5D67-E281526D2E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5360204"/>
              </p:ext>
            </p:extLst>
          </p:nvPr>
        </p:nvGraphicFramePr>
        <p:xfrm>
          <a:off x="6691086" y="1701800"/>
          <a:ext cx="4934857" cy="45937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7944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91A3-D545-9786-B3BB-B27ED54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640"/>
            <a:ext cx="10653578" cy="7621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SQL ANALYSIS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D52E0-6FD3-1C91-3A4A-EBD1B64E2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390" y="1461532"/>
            <a:ext cx="10653579" cy="459382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latin typeface="Times New Roman"/>
                <a:cs typeface="Times New Roman"/>
              </a:rPr>
              <a:t>Total Sales , Profit and Orders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/>
                <a:cs typeface="Times New Roman"/>
              </a:rPr>
              <a:t>Sales by Categ</a:t>
            </a:r>
            <a:r>
              <a:rPr lang="en-US" sz="2400">
                <a:latin typeface="Times New Roman"/>
                <a:cs typeface="Times New Roman"/>
              </a:rPr>
              <a:t>ory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Sales by Region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Profit by Category 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Profit by Market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Top Products and Customers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Average Shipping Cost and Days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>
                <a:latin typeface="Times New Roman"/>
                <a:cs typeface="Times New Roman"/>
              </a:rPr>
              <a:t>Order by Priority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53591-D8B6-83CE-E211-6C92A4077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EBF27-AFF3-4316-80A8-BDAD1DB5ED88}" type="datetime1"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1C915-9683-6312-958C-52AA992A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495C3-D74F-DEA9-A6C4-C86266049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0505FC-13BC-4837-0349-A54B43C98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3" y="949779"/>
            <a:ext cx="5048702" cy="27667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A6441-60CE-33C1-A095-D5107191E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946" y="3996872"/>
            <a:ext cx="5058681" cy="26452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6">
                <a:lumMod val="50000"/>
              </a:schemeClr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5560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6DA3-DBA1-3EB2-832F-7F014F48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2903"/>
            <a:ext cx="10653578" cy="8564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EXECUTIVE DASHBOARD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8B37F-4165-F202-299D-FA3EA4369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4DCD7-6402-409B-9967-0E5DE02DFBF1}" type="datetime1"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C7264-0FAF-9C8D-8DA2-72AD5ECE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3A2A5-E25D-386D-84F8-5B773FFBB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DD3886-972D-183E-B4EA-58E0A73D3EC5}"/>
              </a:ext>
            </a:extLst>
          </p:cNvPr>
          <p:cNvSpPr txBox="1"/>
          <p:nvPr/>
        </p:nvSpPr>
        <p:spPr>
          <a:xfrm>
            <a:off x="294763" y="992530"/>
            <a:ext cx="4412343" cy="2785378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Times New Roman"/>
                <a:cs typeface="Times New Roman"/>
              </a:rPr>
              <a:t>Dashboard Overview</a:t>
            </a:r>
            <a:endParaRPr lang="en-US" sz="2800" b="1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1">
                <a:latin typeface="Times New Roman"/>
                <a:cs typeface="Times New Roman"/>
              </a:rPr>
              <a:t>Slicer</a:t>
            </a:r>
            <a:r>
              <a:rPr lang="en-US" sz="2100">
                <a:latin typeface="Times New Roman"/>
                <a:cs typeface="Times New Roman"/>
              </a:rPr>
              <a:t> - Year</a:t>
            </a:r>
            <a:endParaRPr lang="en-US" sz="21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1" dirty="0">
                <a:latin typeface="Times New Roman"/>
                <a:cs typeface="Times New Roman"/>
              </a:rPr>
              <a:t>KPI's</a:t>
            </a:r>
            <a:r>
              <a:rPr lang="en-US" sz="2100" dirty="0">
                <a:latin typeface="Times New Roman"/>
                <a:cs typeface="Times New Roman"/>
              </a:rPr>
              <a:t> - Total Sales, Total </a:t>
            </a:r>
            <a:r>
              <a:rPr lang="en-US" sz="2100">
                <a:latin typeface="Times New Roman"/>
                <a:cs typeface="Times New Roman"/>
              </a:rPr>
              <a:t>Profit ,etc</a:t>
            </a:r>
            <a:r>
              <a:rPr lang="en-US" sz="2100" dirty="0">
                <a:latin typeface="Times New Roman"/>
                <a:cs typeface="Times New Roman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2100" b="1">
                <a:latin typeface="Times New Roman"/>
                <a:cs typeface="Times New Roman"/>
              </a:rPr>
              <a:t>Charts:</a:t>
            </a:r>
            <a:endParaRPr lang="en-US" sz="2100" b="1" dirty="0">
              <a:latin typeface="Times New Roman"/>
              <a:cs typeface="Times New Roman"/>
            </a:endParaRPr>
          </a:p>
          <a:p>
            <a:r>
              <a:rPr lang="en-US" sz="2100">
                <a:latin typeface="Times New Roman"/>
                <a:cs typeface="Times New Roman"/>
              </a:rPr>
              <a:t>   1. Monthly Sales Trend</a:t>
            </a:r>
            <a:endParaRPr lang="en-US" sz="2100" dirty="0">
              <a:latin typeface="Times New Roman"/>
              <a:cs typeface="Times New Roman"/>
            </a:endParaRPr>
          </a:p>
          <a:p>
            <a:r>
              <a:rPr lang="en-US" sz="2100">
                <a:latin typeface="Times New Roman"/>
                <a:cs typeface="Times New Roman"/>
              </a:rPr>
              <a:t>   2. Sales by Segment</a:t>
            </a:r>
            <a:endParaRPr lang="en-US" sz="2100" dirty="0">
              <a:latin typeface="Times New Roman"/>
              <a:cs typeface="Times New Roman"/>
            </a:endParaRPr>
          </a:p>
          <a:p>
            <a:r>
              <a:rPr lang="en-US" sz="2100">
                <a:latin typeface="Times New Roman"/>
                <a:cs typeface="Times New Roman"/>
              </a:rPr>
              <a:t>   3. Sales by market</a:t>
            </a:r>
            <a:endParaRPr lang="en-US" sz="2100" dirty="0">
              <a:latin typeface="Times New Roman"/>
              <a:cs typeface="Times New Roman"/>
            </a:endParaRPr>
          </a:p>
          <a:p>
            <a:r>
              <a:rPr lang="en-US" sz="2100">
                <a:latin typeface="Times New Roman"/>
                <a:cs typeface="Times New Roman"/>
              </a:rPr>
              <a:t>   4. Sales vs Profit by Category</a:t>
            </a:r>
            <a:endParaRPr lang="en-US" sz="21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498EB8-BB77-BBEC-A812-C627A56AB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955695" y="994228"/>
            <a:ext cx="6518783" cy="36503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A194A9-A9BF-E132-6D34-502F6624FADE}"/>
              </a:ext>
            </a:extLst>
          </p:cNvPr>
          <p:cNvSpPr txBox="1"/>
          <p:nvPr/>
        </p:nvSpPr>
        <p:spPr>
          <a:xfrm>
            <a:off x="297543" y="3987800"/>
            <a:ext cx="12032342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800" b="1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Key Insights</a:t>
            </a:r>
            <a:r>
              <a:rPr lang="en-US" sz="2800" b="1" i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</a:p>
          <a:p>
            <a:endParaRPr lang="en-US" sz="2800" b="1" dirty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cs typeface="Times New Roman"/>
              </a:rPr>
              <a:t>Consumer segment generated the highest overall sales. </a:t>
            </a: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cs typeface="Times New Roman"/>
              </a:rPr>
              <a:t>Technology category delivered the highest overall profit. </a:t>
            </a: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cs typeface="Times New Roman"/>
              </a:rPr>
              <a:t>Furniture showed the largest gap between sales and profit, indicating comparatively lower profitability. </a:t>
            </a: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cs typeface="Times New Roman"/>
              </a:rPr>
              <a:t>2014 recorded the highest sales and profit across the four-year period. </a:t>
            </a: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cs typeface="Times New Roman"/>
              </a:rPr>
              <a:t>2011 recorded the lowest sales and profit, reflecting the initial stage of business growth.</a:t>
            </a:r>
          </a:p>
          <a:p>
            <a:pPr marL="285750" indent="-285750">
              <a:buFont typeface="Arial"/>
              <a:buChar char="•"/>
            </a:pPr>
            <a:endParaRPr lang="en-US" sz="2100" dirty="0">
              <a:latin typeface="Times New Roman"/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99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D2874-BC2C-6565-E92D-C2607FF10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534" y="113211"/>
            <a:ext cx="10697120" cy="689573"/>
          </a:xfrm>
        </p:spPr>
        <p:txBody>
          <a:bodyPr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PRODUCT PERFORMANCE DASHBOARD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B666CB-A47D-5AA1-6730-84D22FD94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0A9E6-F89E-4686-A932-5D6C0C5F2A40}" type="datetime1"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B34C8-8753-9AAC-D75C-6722948B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69FCA-D059-5213-14BD-A8B58923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B78888-8265-A6A4-A758-AA7F19FAB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174" y="994455"/>
            <a:ext cx="6793592" cy="3802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11EDAA-E956-BD5A-DDE1-F2AF5B0A83B1}"/>
              </a:ext>
            </a:extLst>
          </p:cNvPr>
          <p:cNvSpPr txBox="1"/>
          <p:nvPr/>
        </p:nvSpPr>
        <p:spPr>
          <a:xfrm>
            <a:off x="294763" y="992530"/>
            <a:ext cx="4122058" cy="2454956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Times New Roman"/>
                <a:cs typeface="Times New Roman"/>
              </a:rPr>
              <a:t>Dashboard Overview</a:t>
            </a:r>
            <a:endParaRPr lang="en-US" sz="2800" b="1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1" dirty="0">
                <a:latin typeface="Times New Roman"/>
                <a:cs typeface="Times New Roman"/>
              </a:rPr>
              <a:t>Slicer</a:t>
            </a:r>
            <a:r>
              <a:rPr lang="en-US" sz="2100" dirty="0">
                <a:latin typeface="Times New Roman"/>
                <a:cs typeface="Times New Roman"/>
              </a:rPr>
              <a:t> – Category, </a:t>
            </a:r>
            <a:r>
              <a:rPr lang="en-US" sz="2100">
                <a:latin typeface="Times New Roman"/>
                <a:cs typeface="Times New Roman"/>
              </a:rPr>
              <a:t>Sub-category</a:t>
            </a:r>
            <a:endParaRPr lang="en-US" sz="21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1">
                <a:latin typeface="Times New Roman"/>
                <a:cs typeface="Times New Roman"/>
              </a:rPr>
              <a:t>Charts:</a:t>
            </a:r>
            <a:endParaRPr lang="en-US" sz="2100" b="1" dirty="0">
              <a:latin typeface="Times New Roman"/>
              <a:cs typeface="Times New Roman"/>
            </a:endParaRPr>
          </a:p>
          <a:p>
            <a:r>
              <a:rPr lang="en-US" sz="2100" dirty="0">
                <a:latin typeface="Times New Roman"/>
                <a:cs typeface="Times New Roman"/>
              </a:rPr>
              <a:t>   1. Top </a:t>
            </a:r>
            <a:r>
              <a:rPr lang="en-US" sz="2100">
                <a:latin typeface="Times New Roman"/>
                <a:cs typeface="Times New Roman"/>
              </a:rPr>
              <a:t>Sub-Category</a:t>
            </a:r>
            <a:r>
              <a:rPr lang="en-US" sz="2100" dirty="0">
                <a:latin typeface="Times New Roman"/>
                <a:cs typeface="Times New Roman"/>
              </a:rPr>
              <a:t> by Sales</a:t>
            </a:r>
          </a:p>
          <a:p>
            <a:r>
              <a:rPr lang="en-US" sz="2100">
                <a:latin typeface="Times New Roman"/>
                <a:cs typeface="Times New Roman"/>
              </a:rPr>
              <a:t>   2. Quantity by Category</a:t>
            </a:r>
            <a:endParaRPr lang="en-US" sz="2100" dirty="0">
              <a:latin typeface="Times New Roman"/>
              <a:cs typeface="Times New Roman"/>
            </a:endParaRPr>
          </a:p>
          <a:p>
            <a:r>
              <a:rPr lang="en-US" sz="2100">
                <a:latin typeface="Times New Roman"/>
                <a:cs typeface="Times New Roman"/>
              </a:rPr>
              <a:t>   3. Profit by Category</a:t>
            </a:r>
            <a:endParaRPr lang="en-US" sz="2100" dirty="0">
              <a:latin typeface="Times New Roman"/>
              <a:cs typeface="Times New Roman"/>
            </a:endParaRPr>
          </a:p>
          <a:p>
            <a:r>
              <a:rPr lang="en-US" sz="2100">
                <a:latin typeface="Times New Roman"/>
                <a:cs typeface="Times New Roman"/>
              </a:rPr>
              <a:t>   4. Top Products by Sales</a:t>
            </a:r>
            <a:endParaRPr lang="en-US" sz="21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7BBDA-FE28-102B-0921-7677BFADF489}"/>
              </a:ext>
            </a:extLst>
          </p:cNvPr>
          <p:cNvSpPr txBox="1"/>
          <p:nvPr/>
        </p:nvSpPr>
        <p:spPr>
          <a:xfrm>
            <a:off x="297543" y="4227287"/>
            <a:ext cx="11604170" cy="28469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800" b="1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Key Insights</a:t>
            </a:r>
            <a:r>
              <a:rPr lang="en-US" sz="2800" b="1" i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endParaRPr lang="en-US" sz="2100" b="1" dirty="0">
              <a:solidFill>
                <a:srgbClr val="000000"/>
              </a:solidFill>
              <a:latin typeface="Times New Roman"/>
              <a:ea typeface="+mn-lt"/>
              <a:cs typeface="Segoe UI"/>
            </a:endParaRP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Chairs emerged as the highest revenue-generating sub-category. </a:t>
            </a: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Technology was the most profitable product category. </a:t>
            </a: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Office Supplies recorded the highest quantity sold, indicating strong customer demand. </a:t>
            </a:r>
            <a:endParaRPr lang="en-US" sz="2100"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100">
                <a:latin typeface="Times New Roman"/>
                <a:ea typeface="+mn-lt"/>
                <a:cs typeface="Times New Roman"/>
              </a:rPr>
              <a:t>Eldon File Cart, Single Width generated the highest product sales.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2100" dirty="0">
              <a:latin typeface="Times New Roman"/>
              <a:ea typeface="+mn-lt"/>
              <a:cs typeface="Arial"/>
            </a:endParaRPr>
          </a:p>
          <a:p>
            <a:pPr algn="ctr"/>
            <a:endParaRPr lang="en-US">
              <a:latin typeface="Neue Haas Grotesk Text Pro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3616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ADF8-7E54-655F-380F-A41C3961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2903"/>
            <a:ext cx="10653578" cy="776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CUSTOMER AND REGIONAL INSIGHTS</a:t>
            </a: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199641-A5AA-D177-2996-52562F3D6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D2086-E959-4059-8E7B-F5A8FB6996E0}" type="datetime1"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7FE57B-1E25-8E56-6F9A-0925C51DA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D7FA7-C996-08E7-DC8D-31B4D28B2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2D8E02-8FD7-B1C2-CB6B-F7ACC4D63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00" y="997177"/>
            <a:ext cx="6389914" cy="35863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4189C9-A6BF-2212-8C06-50644D686D04}"/>
              </a:ext>
            </a:extLst>
          </p:cNvPr>
          <p:cNvSpPr txBox="1"/>
          <p:nvPr/>
        </p:nvSpPr>
        <p:spPr>
          <a:xfrm>
            <a:off x="287506" y="999787"/>
            <a:ext cx="4252686" cy="2462213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Times New Roman"/>
                <a:cs typeface="Times New Roman"/>
              </a:rPr>
              <a:t>Dashboard Overview</a:t>
            </a:r>
            <a:endParaRPr lang="en-US" sz="2800" b="1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1" dirty="0">
                <a:latin typeface="Times New Roman"/>
                <a:cs typeface="Times New Roman"/>
              </a:rPr>
              <a:t>Slicer</a:t>
            </a:r>
            <a:r>
              <a:rPr lang="en-US" sz="2100" dirty="0">
                <a:latin typeface="Times New Roman"/>
                <a:cs typeface="Times New Roman"/>
              </a:rPr>
              <a:t> – Region, Order-</a:t>
            </a:r>
            <a:r>
              <a:rPr lang="en-US" sz="2100">
                <a:latin typeface="Times New Roman"/>
                <a:cs typeface="Times New Roman"/>
              </a:rPr>
              <a:t>Priority</a:t>
            </a:r>
            <a:endParaRPr lang="en-US" sz="21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1">
                <a:latin typeface="Times New Roman"/>
                <a:cs typeface="Times New Roman"/>
              </a:rPr>
              <a:t>Charts:</a:t>
            </a:r>
            <a:endParaRPr lang="en-US" sz="2100" b="1" dirty="0">
              <a:latin typeface="Times New Roman"/>
              <a:cs typeface="Times New Roman"/>
            </a:endParaRPr>
          </a:p>
          <a:p>
            <a:r>
              <a:rPr lang="en-US" sz="2100">
                <a:latin typeface="Times New Roman"/>
                <a:cs typeface="Times New Roman"/>
              </a:rPr>
              <a:t>   1. Avg shipping cost by Market</a:t>
            </a:r>
          </a:p>
          <a:p>
            <a:r>
              <a:rPr lang="en-US" sz="2100">
                <a:latin typeface="Times New Roman"/>
                <a:cs typeface="Times New Roman"/>
              </a:rPr>
              <a:t>   2. Sales by Region</a:t>
            </a:r>
            <a:endParaRPr lang="en-US" sz="2100" dirty="0">
              <a:latin typeface="Times New Roman"/>
              <a:cs typeface="Times New Roman"/>
            </a:endParaRPr>
          </a:p>
          <a:p>
            <a:r>
              <a:rPr lang="en-US" sz="2100">
                <a:latin typeface="Times New Roman"/>
                <a:cs typeface="Times New Roman"/>
              </a:rPr>
              <a:t>   3. Order by Order priority</a:t>
            </a:r>
            <a:endParaRPr lang="en-US" sz="2100" dirty="0">
              <a:latin typeface="Times New Roman"/>
              <a:cs typeface="Times New Roman"/>
            </a:endParaRPr>
          </a:p>
          <a:p>
            <a:r>
              <a:rPr lang="en-US" sz="2100">
                <a:latin typeface="Times New Roman"/>
                <a:cs typeface="Times New Roman"/>
              </a:rPr>
              <a:t>   4. Sales by Region</a:t>
            </a:r>
            <a:endParaRPr lang="en-US" sz="21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B27706-ADC0-80FA-4290-BA9F754B6C2C}"/>
              </a:ext>
            </a:extLst>
          </p:cNvPr>
          <p:cNvSpPr txBox="1"/>
          <p:nvPr/>
        </p:nvSpPr>
        <p:spPr>
          <a:xfrm>
            <a:off x="290286" y="3864430"/>
            <a:ext cx="11604170" cy="34932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800" b="1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Key Insights</a:t>
            </a:r>
            <a:r>
              <a:rPr lang="en-US" sz="2800" b="1" i="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​</a:t>
            </a:r>
          </a:p>
          <a:p>
            <a:endParaRPr lang="en-US" sz="2800" b="1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Central region generated the highest sales, while Canada recorded the lowest sales among the regions. </a:t>
            </a: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APAC market had the highest average shipping cost.</a:t>
            </a: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Medium-priority orders accounted for the largest share of total orders. </a:t>
            </a: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Eric Murdoch was the highest revenue-generating customer. </a:t>
            </a:r>
          </a:p>
          <a:p>
            <a:pPr marL="342900" indent="-342900"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Sales performance varied significantly across regions.</a:t>
            </a:r>
            <a:endParaRPr lang="en-US" sz="2100"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100" dirty="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2100" dirty="0">
              <a:latin typeface="Times New Roman"/>
              <a:ea typeface="+mn-lt"/>
              <a:cs typeface="Times New Roman"/>
            </a:endParaRPr>
          </a:p>
          <a:p>
            <a:pPr algn="ctr"/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3949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79EE7-FC79-422D-D071-7333E3B7F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27726"/>
            <a:ext cx="10653578" cy="6968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>
                <a:latin typeface="Times New Roman"/>
                <a:cs typeface="Times New Roman"/>
              </a:rPr>
              <a:t>BUSINESS INSIGHTS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D6D94-A243-754A-7819-2944EA613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Times New Roman"/>
                <a:cs typeface="Times New Roman"/>
              </a:rPr>
              <a:t>Optimize Discount Strategy</a:t>
            </a:r>
          </a:p>
          <a:p>
            <a:r>
              <a:rPr lang="en-US" sz="2400">
                <a:latin typeface="Times New Roman"/>
                <a:cs typeface="Times New Roman"/>
              </a:rPr>
              <a:t>Focus on High-Performing Product Categories</a:t>
            </a:r>
          </a:p>
          <a:p>
            <a:r>
              <a:rPr lang="en-US" sz="2400">
                <a:latin typeface="Times New Roman"/>
                <a:cs typeface="Times New Roman"/>
              </a:rPr>
              <a:t>Strengthen Regional Sales Strategy</a:t>
            </a:r>
          </a:p>
          <a:p>
            <a:r>
              <a:rPr lang="en-US" sz="2400">
                <a:latin typeface="Times New Roman"/>
                <a:cs typeface="Times New Roman"/>
              </a:rPr>
              <a:t>Improve Shipping Cost Efficiency</a:t>
            </a:r>
          </a:p>
          <a:p>
            <a:r>
              <a:rPr lang="en-US" sz="2400">
                <a:latin typeface="Times New Roman"/>
                <a:cs typeface="Times New Roman"/>
              </a:rPr>
              <a:t>Strengthen Customer Relationship Management</a:t>
            </a:r>
          </a:p>
          <a:p>
            <a:r>
              <a:rPr lang="en-US" sz="2400">
                <a:latin typeface="Times New Roman"/>
                <a:cs typeface="Times New Roman"/>
              </a:rPr>
              <a:t>Improve Product Portfolio Management</a:t>
            </a:r>
          </a:p>
          <a:p>
            <a:r>
              <a:rPr lang="en-US" sz="2400">
                <a:latin typeface="Times New Roman"/>
                <a:ea typeface="+mn-lt"/>
                <a:cs typeface="Times New Roman"/>
              </a:rPr>
              <a:t>Increase inventory levels for high-demand products</a:t>
            </a:r>
            <a:endParaRPr lang="en-US" sz="2400" dirty="0">
              <a:latin typeface="Times New Roman"/>
              <a:ea typeface="+mn-lt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E8FC9-39D4-21CF-178F-3EEEDA455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BC124-F493-4BD2-8107-FDC81763E4C4}" type="datetime1">
              <a:t>7/15/2026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07EC9-7370-D4A8-C8B1-277811989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F6E06-19DB-B832-8F53-A9CEFB60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9654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FB89-2CC5-39CC-5A3F-B50392682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963" y="2297611"/>
            <a:ext cx="7787006" cy="1132258"/>
          </a:xfrm>
        </p:spPr>
        <p:txBody>
          <a:bodyPr>
            <a:noAutofit/>
          </a:bodyPr>
          <a:lstStyle/>
          <a:p>
            <a:r>
              <a:rPr lang="en-US" sz="9600">
                <a:solidFill>
                  <a:schemeClr val="bg1"/>
                </a:solidFill>
                <a:latin typeface="Times New Roman"/>
                <a:cs typeface="Times New Roman"/>
              </a:rPr>
              <a:t>THANK YOU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F74D5-9CA7-0DEF-05B9-8A04988FA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9A32-C3B9-4653-8B07-3B4DA6FF219D}" type="datetime1"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087CA-AADB-2530-81B5-CCCEA4D1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17973-7490-1057-3DB2-16D49178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90765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VanillaVTI</vt:lpstr>
      <vt:lpstr>SALES PERFORMANCE ANALYSIS</vt:lpstr>
      <vt:lpstr>BUSINESS PROBLEM AND OBJECTIVE</vt:lpstr>
      <vt:lpstr>PROJECT WORKFLOW</vt:lpstr>
      <vt:lpstr>DATASET OVERVIEW</vt:lpstr>
      <vt:lpstr>Python Data Cleaning &amp; Feature Engineering</vt:lpstr>
      <vt:lpstr>SQL ANALYSIS</vt:lpstr>
      <vt:lpstr>EXECUTIVE DASHBOARD</vt:lpstr>
      <vt:lpstr>PRODUCT PERFORMANCE DASHBOARD</vt:lpstr>
      <vt:lpstr>CUSTOMER AND REGIONAL INSIGHTS</vt:lpstr>
      <vt:lpstr>BUSINESS INSIGHTS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659</cp:revision>
  <dcterms:created xsi:type="dcterms:W3CDTF">2026-07-05T10:55:56Z</dcterms:created>
  <dcterms:modified xsi:type="dcterms:W3CDTF">2026-07-15T10:42:11Z</dcterms:modified>
</cp:coreProperties>
</file>